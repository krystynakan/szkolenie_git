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58" r:id="rId3"/>
    <p:sldId id="259" r:id="rId4"/>
    <p:sldId id="262" r:id="rId5"/>
    <p:sldId id="293" r:id="rId6"/>
    <p:sldId id="265" r:id="rId7"/>
    <p:sldId id="302" r:id="rId8"/>
    <p:sldId id="266" r:id="rId9"/>
    <p:sldId id="295" r:id="rId10"/>
    <p:sldId id="296" r:id="rId11"/>
    <p:sldId id="297" r:id="rId12"/>
    <p:sldId id="303" r:id="rId13"/>
    <p:sldId id="294" r:id="rId14"/>
    <p:sldId id="298" r:id="rId15"/>
    <p:sldId id="299" r:id="rId16"/>
    <p:sldId id="304" r:id="rId17"/>
    <p:sldId id="301" r:id="rId18"/>
    <p:sldId id="300" r:id="rId1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2" pos="3840" userDrawn="1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039"/>
    <a:srgbClr val="EAEAEA"/>
    <a:srgbClr val="004D7A"/>
    <a:srgbClr val="E5332A"/>
    <a:srgbClr val="F4F4F4"/>
    <a:srgbClr val="F6F6F6"/>
    <a:srgbClr val="7CC4A9"/>
    <a:srgbClr val="612490"/>
    <a:srgbClr val="6D11A0"/>
    <a:srgbClr val="5AA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E2B14-ECC8-4DAF-9346-16E104387F04}" v="88" dt="2025-04-17T10:30:11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Styl ciemny 2 - Akcent 1/Ak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Styl pośredni 3 — Ak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690" autoAdjust="0"/>
    <p:restoredTop sz="86410" autoAdjust="0"/>
  </p:normalViewPr>
  <p:slideViewPr>
    <p:cSldViewPr snapToGrid="0" showGuides="1">
      <p:cViewPr varScale="1">
        <p:scale>
          <a:sx n="96" d="100"/>
          <a:sy n="96" d="100"/>
        </p:scale>
        <p:origin x="822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10206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torska Krystyna" userId="3723c91c-ac7e-41a7-97bb-0f7068af699c" providerId="ADAL" clId="{2E0E2B14-ECC8-4DAF-9346-16E104387F04}"/>
    <pc:docChg chg="undo custSel addSld delSld modSld sldOrd modNotesMaster modHandout">
      <pc:chgData name="Kantorska Krystyna" userId="3723c91c-ac7e-41a7-97bb-0f7068af699c" providerId="ADAL" clId="{2E0E2B14-ECC8-4DAF-9346-16E104387F04}" dt="2025-04-17T10:30:11.851" v="3814"/>
      <pc:docMkLst>
        <pc:docMk/>
      </pc:docMkLst>
      <pc:sldChg chg="modSp mod">
        <pc:chgData name="Kantorska Krystyna" userId="3723c91c-ac7e-41a7-97bb-0f7068af699c" providerId="ADAL" clId="{2E0E2B14-ECC8-4DAF-9346-16E104387F04}" dt="2025-04-14T08:31:26.255" v="53" actId="20577"/>
        <pc:sldMkLst>
          <pc:docMk/>
          <pc:sldMk cId="2873465926" sldId="257"/>
        </pc:sldMkLst>
        <pc:spChg chg="mod">
          <ac:chgData name="Kantorska Krystyna" userId="3723c91c-ac7e-41a7-97bb-0f7068af699c" providerId="ADAL" clId="{2E0E2B14-ECC8-4DAF-9346-16E104387F04}" dt="2025-04-14T08:31:26.255" v="53" actId="20577"/>
          <ac:spMkLst>
            <pc:docMk/>
            <pc:sldMk cId="2873465926" sldId="257"/>
            <ac:spMk id="3" creationId="{B80C41ED-54D8-4685-8389-5377CBAA910D}"/>
          </ac:spMkLst>
        </pc:spChg>
      </pc:sldChg>
      <pc:sldChg chg="addSp delSp modSp mod">
        <pc:chgData name="Kantorska Krystyna" userId="3723c91c-ac7e-41a7-97bb-0f7068af699c" providerId="ADAL" clId="{2E0E2B14-ECC8-4DAF-9346-16E104387F04}" dt="2025-04-17T10:30:11.851" v="3814"/>
        <pc:sldMkLst>
          <pc:docMk/>
          <pc:sldMk cId="3377707279" sldId="258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377707279" sldId="258"/>
            <ac:spMk id="3" creationId="{1C1055F4-1485-0A9C-7B43-3666A97C1444}"/>
          </ac:spMkLst>
        </pc:spChg>
        <pc:spChg chg="del">
          <ac:chgData name="Kantorska Krystyna" userId="3723c91c-ac7e-41a7-97bb-0f7068af699c" providerId="ADAL" clId="{2E0E2B14-ECC8-4DAF-9346-16E104387F04}" dt="2025-04-17T10:21:06.818" v="3681" actId="478"/>
          <ac:spMkLst>
            <pc:docMk/>
            <pc:sldMk cId="3377707279" sldId="258"/>
            <ac:spMk id="3" creationId="{8A178735-C284-4672-B3C3-11E2514B5545}"/>
          </ac:spMkLst>
        </pc:spChg>
        <pc:spChg chg="mod">
          <ac:chgData name="Kantorska Krystyna" userId="3723c91c-ac7e-41a7-97bb-0f7068af699c" providerId="ADAL" clId="{2E0E2B14-ECC8-4DAF-9346-16E104387F04}" dt="2025-04-16T08:43:48.532" v="2100" actId="20577"/>
          <ac:spMkLst>
            <pc:docMk/>
            <pc:sldMk cId="3377707279" sldId="258"/>
            <ac:spMk id="4" creationId="{BF90E801-1A63-4ADE-86DD-5E2C7F5C336E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377707279" sldId="258"/>
            <ac:spMk id="6" creationId="{E4939832-9CAA-C0F7-A59C-B7B72608FC16}"/>
          </ac:spMkLst>
        </pc:spChg>
      </pc:sldChg>
      <pc:sldChg chg="addSp delSp modSp mod">
        <pc:chgData name="Kantorska Krystyna" userId="3723c91c-ac7e-41a7-97bb-0f7068af699c" providerId="ADAL" clId="{2E0E2B14-ECC8-4DAF-9346-16E104387F04}" dt="2025-04-17T10:30:11.851" v="3814"/>
        <pc:sldMkLst>
          <pc:docMk/>
          <pc:sldMk cId="1265935687" sldId="259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265935687" sldId="259"/>
            <ac:spMk id="2" creationId="{32556B38-D42D-B684-0ADF-73639F93BE69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265935687" sldId="259"/>
            <ac:spMk id="3" creationId="{0622793F-AD4E-58C8-8418-EEC835882F92}"/>
          </ac:spMkLst>
        </pc:spChg>
        <pc:spChg chg="add del mod">
          <ac:chgData name="Kantorska Krystyna" userId="3723c91c-ac7e-41a7-97bb-0f7068af699c" providerId="ADAL" clId="{2E0E2B14-ECC8-4DAF-9346-16E104387F04}" dt="2025-04-17T10:21:20.392" v="3683" actId="478"/>
          <ac:spMkLst>
            <pc:docMk/>
            <pc:sldMk cId="1265935687" sldId="259"/>
            <ac:spMk id="3" creationId="{A7BA5D2A-2B11-1509-809B-012683B81864}"/>
          </ac:spMkLst>
        </pc:spChg>
        <pc:spChg chg="del">
          <ac:chgData name="Kantorska Krystyna" userId="3723c91c-ac7e-41a7-97bb-0f7068af699c" providerId="ADAL" clId="{2E0E2B14-ECC8-4DAF-9346-16E104387F04}" dt="2025-04-17T10:21:14.277" v="3682" actId="478"/>
          <ac:spMkLst>
            <pc:docMk/>
            <pc:sldMk cId="1265935687" sldId="259"/>
            <ac:spMk id="7" creationId="{FBAEBE3D-A578-4562-AD66-01560CEC39F9}"/>
          </ac:spMkLst>
        </pc:spChg>
        <pc:spChg chg="mod">
          <ac:chgData name="Kantorska Krystyna" userId="3723c91c-ac7e-41a7-97bb-0f7068af699c" providerId="ADAL" clId="{2E0E2B14-ECC8-4DAF-9346-16E104387F04}" dt="2025-04-14T08:50:35.277" v="214" actId="20577"/>
          <ac:spMkLst>
            <pc:docMk/>
            <pc:sldMk cId="1265935687" sldId="259"/>
            <ac:spMk id="8" creationId="{8EBF1405-2753-4075-868D-511C27E85E1E}"/>
          </ac:spMkLst>
        </pc:spChg>
      </pc:sldChg>
      <pc:sldChg chg="del">
        <pc:chgData name="Kantorska Krystyna" userId="3723c91c-ac7e-41a7-97bb-0f7068af699c" providerId="ADAL" clId="{2E0E2B14-ECC8-4DAF-9346-16E104387F04}" dt="2025-04-17T08:51:14.883" v="2903" actId="2696"/>
        <pc:sldMkLst>
          <pc:docMk/>
          <pc:sldMk cId="3552702154" sldId="260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3290104786" sldId="261"/>
        </pc:sldMkLst>
      </pc:sldChg>
      <pc:sldChg chg="addSp delSp modSp mod">
        <pc:chgData name="Kantorska Krystyna" userId="3723c91c-ac7e-41a7-97bb-0f7068af699c" providerId="ADAL" clId="{2E0E2B14-ECC8-4DAF-9346-16E104387F04}" dt="2025-04-17T10:30:11.851" v="3814"/>
        <pc:sldMkLst>
          <pc:docMk/>
          <pc:sldMk cId="3667437747" sldId="262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667437747" sldId="262"/>
            <ac:spMk id="2" creationId="{97C5A2F3-D298-DCDC-B90D-7B4178F0FC64}"/>
          </ac:spMkLst>
        </pc:spChg>
        <pc:spChg chg="add del mod">
          <ac:chgData name="Kantorska Krystyna" userId="3723c91c-ac7e-41a7-97bb-0f7068af699c" providerId="ADAL" clId="{2E0E2B14-ECC8-4DAF-9346-16E104387F04}" dt="2025-04-14T13:20:43.433" v="1734" actId="478"/>
          <ac:spMkLst>
            <pc:docMk/>
            <pc:sldMk cId="3667437747" sldId="262"/>
            <ac:spMk id="3" creationId="{AED1C869-2529-2059-14AB-B37AAE199E67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667437747" sldId="262"/>
            <ac:spMk id="4" creationId="{CBAAF8AA-1413-8290-5F74-3C75EE75ADEF}"/>
          </ac:spMkLst>
        </pc:spChg>
        <pc:spChg chg="add del mod">
          <ac:chgData name="Kantorska Krystyna" userId="3723c91c-ac7e-41a7-97bb-0f7068af699c" providerId="ADAL" clId="{2E0E2B14-ECC8-4DAF-9346-16E104387F04}" dt="2025-04-14T08:55:25.515" v="238" actId="478"/>
          <ac:spMkLst>
            <pc:docMk/>
            <pc:sldMk cId="3667437747" sldId="262"/>
            <ac:spMk id="5" creationId="{585A6672-B6E6-10DC-34C6-C87D5BA3CAD7}"/>
          </ac:spMkLst>
        </pc:spChg>
        <pc:spChg chg="del">
          <ac:chgData name="Kantorska Krystyna" userId="3723c91c-ac7e-41a7-97bb-0f7068af699c" providerId="ADAL" clId="{2E0E2B14-ECC8-4DAF-9346-16E104387F04}" dt="2025-04-14T09:14:30.917" v="578" actId="931"/>
          <ac:spMkLst>
            <pc:docMk/>
            <pc:sldMk cId="3667437747" sldId="262"/>
            <ac:spMk id="9" creationId="{AFBA5E67-F5CD-4F8B-9F6D-B4B9CCCD0D09}"/>
          </ac:spMkLst>
        </pc:spChg>
        <pc:spChg chg="add del mod">
          <ac:chgData name="Kantorska Krystyna" userId="3723c91c-ac7e-41a7-97bb-0f7068af699c" providerId="ADAL" clId="{2E0E2B14-ECC8-4DAF-9346-16E104387F04}" dt="2025-04-14T09:16:21.312" v="585" actId="931"/>
          <ac:spMkLst>
            <pc:docMk/>
            <pc:sldMk cId="3667437747" sldId="262"/>
            <ac:spMk id="24" creationId="{25964480-DE37-A5E0-4FFA-AE0A6791349C}"/>
          </ac:spMkLst>
        </pc:spChg>
        <pc:spChg chg="add del mod">
          <ac:chgData name="Kantorska Krystyna" userId="3723c91c-ac7e-41a7-97bb-0f7068af699c" providerId="ADAL" clId="{2E0E2B14-ECC8-4DAF-9346-16E104387F04}" dt="2025-04-14T09:16:40.058" v="588" actId="931"/>
          <ac:spMkLst>
            <pc:docMk/>
            <pc:sldMk cId="3667437747" sldId="262"/>
            <ac:spMk id="28" creationId="{DBF5860B-5111-2BCF-974A-4943C20A26C3}"/>
          </ac:spMkLst>
        </pc:spChg>
        <pc:spChg chg="add del mod">
          <ac:chgData name="Kantorska Krystyna" userId="3723c91c-ac7e-41a7-97bb-0f7068af699c" providerId="ADAL" clId="{2E0E2B14-ECC8-4DAF-9346-16E104387F04}" dt="2025-04-14T09:16:57.266" v="592" actId="478"/>
          <ac:spMkLst>
            <pc:docMk/>
            <pc:sldMk cId="3667437747" sldId="262"/>
            <ac:spMk id="32" creationId="{FD5439F2-2C47-1405-D07D-57DE58E24CA9}"/>
          </ac:spMkLst>
        </pc:spChg>
        <pc:spChg chg="add mod">
          <ac:chgData name="Kantorska Krystyna" userId="3723c91c-ac7e-41a7-97bb-0f7068af699c" providerId="ADAL" clId="{2E0E2B14-ECC8-4DAF-9346-16E104387F04}" dt="2025-04-16T08:06:22.297" v="1805" actId="1076"/>
          <ac:spMkLst>
            <pc:docMk/>
            <pc:sldMk cId="3667437747" sldId="262"/>
            <ac:spMk id="35" creationId="{0F756271-D8C4-5F48-8642-376664FE9961}"/>
          </ac:spMkLst>
        </pc:spChg>
        <pc:spChg chg="add mod">
          <ac:chgData name="Kantorska Krystyna" userId="3723c91c-ac7e-41a7-97bb-0f7068af699c" providerId="ADAL" clId="{2E0E2B14-ECC8-4DAF-9346-16E104387F04}" dt="2025-04-16T08:06:37.390" v="1808" actId="20577"/>
          <ac:spMkLst>
            <pc:docMk/>
            <pc:sldMk cId="3667437747" sldId="262"/>
            <ac:spMk id="36" creationId="{DAC2DC42-4BB1-152B-2B89-F111AF4BE30D}"/>
          </ac:spMkLst>
        </pc:spChg>
        <pc:spChg chg="add del">
          <ac:chgData name="Kantorska Krystyna" userId="3723c91c-ac7e-41a7-97bb-0f7068af699c" providerId="ADAL" clId="{2E0E2B14-ECC8-4DAF-9346-16E104387F04}" dt="2025-04-14T09:23:05.650" v="655" actId="478"/>
          <ac:spMkLst>
            <pc:docMk/>
            <pc:sldMk cId="3667437747" sldId="262"/>
            <ac:spMk id="55" creationId="{2098178E-B6BF-4BA7-BE17-286A1F94BC42}"/>
          </ac:spMkLst>
        </pc:spChg>
        <pc:spChg chg="add del mod">
          <ac:chgData name="Kantorska Krystyna" userId="3723c91c-ac7e-41a7-97bb-0f7068af699c" providerId="ADAL" clId="{2E0E2B14-ECC8-4DAF-9346-16E104387F04}" dt="2025-04-14T09:24:32.216" v="662"/>
          <ac:spMkLst>
            <pc:docMk/>
            <pc:sldMk cId="3667437747" sldId="262"/>
            <ac:spMk id="56" creationId="{1556D638-F854-67F5-E7C7-531CF22B859B}"/>
          </ac:spMkLst>
        </pc:spChg>
        <pc:spChg chg="add mod">
          <ac:chgData name="Kantorska Krystyna" userId="3723c91c-ac7e-41a7-97bb-0f7068af699c" providerId="ADAL" clId="{2E0E2B14-ECC8-4DAF-9346-16E104387F04}" dt="2025-04-16T08:05:41.241" v="1790" actId="1076"/>
          <ac:spMkLst>
            <pc:docMk/>
            <pc:sldMk cId="3667437747" sldId="262"/>
            <ac:spMk id="57" creationId="{70C50605-44AB-C324-9668-00849B5A1C6B}"/>
          </ac:spMkLst>
        </pc:spChg>
        <pc:spChg chg="add mod">
          <ac:chgData name="Kantorska Krystyna" userId="3723c91c-ac7e-41a7-97bb-0f7068af699c" providerId="ADAL" clId="{2E0E2B14-ECC8-4DAF-9346-16E104387F04}" dt="2025-04-16T08:08:24.055" v="1814" actId="1076"/>
          <ac:spMkLst>
            <pc:docMk/>
            <pc:sldMk cId="3667437747" sldId="262"/>
            <ac:spMk id="58" creationId="{4EBC4967-1521-A692-1CB0-2139F963F58B}"/>
          </ac:spMkLst>
        </pc:spChg>
        <pc:spChg chg="add mod">
          <ac:chgData name="Kantorska Krystyna" userId="3723c91c-ac7e-41a7-97bb-0f7068af699c" providerId="ADAL" clId="{2E0E2B14-ECC8-4DAF-9346-16E104387F04}" dt="2025-04-16T08:08:24.055" v="1814" actId="1076"/>
          <ac:spMkLst>
            <pc:docMk/>
            <pc:sldMk cId="3667437747" sldId="262"/>
            <ac:spMk id="59" creationId="{EC6E125D-4376-2B4E-60DF-5E45E76A8034}"/>
          </ac:spMkLst>
        </pc:spChg>
        <pc:spChg chg="add del mod">
          <ac:chgData name="Kantorska Krystyna" userId="3723c91c-ac7e-41a7-97bb-0f7068af699c" providerId="ADAL" clId="{2E0E2B14-ECC8-4DAF-9346-16E104387F04}" dt="2025-04-14T09:46:51.845" v="703" actId="11529"/>
          <ac:spMkLst>
            <pc:docMk/>
            <pc:sldMk cId="3667437747" sldId="262"/>
            <ac:spMk id="60" creationId="{64574ACD-60D6-AD74-7CDD-2A599CE37B30}"/>
          </ac:spMkLst>
        </pc:spChg>
        <pc:spChg chg="add del mod">
          <ac:chgData name="Kantorska Krystyna" userId="3723c91c-ac7e-41a7-97bb-0f7068af699c" providerId="ADAL" clId="{2E0E2B14-ECC8-4DAF-9346-16E104387F04}" dt="2025-04-14T10:16:18.638" v="839"/>
          <ac:spMkLst>
            <pc:docMk/>
            <pc:sldMk cId="3667437747" sldId="262"/>
            <ac:spMk id="61" creationId="{BBFF852F-2539-7E25-BDA3-D3E2027BA5C2}"/>
          </ac:spMkLst>
        </pc:spChg>
        <pc:spChg chg="add">
          <ac:chgData name="Kantorska Krystyna" userId="3723c91c-ac7e-41a7-97bb-0f7068af699c" providerId="ADAL" clId="{2E0E2B14-ECC8-4DAF-9346-16E104387F04}" dt="2025-04-14T10:15:41.641" v="831"/>
          <ac:spMkLst>
            <pc:docMk/>
            <pc:sldMk cId="3667437747" sldId="262"/>
            <ac:spMk id="62" creationId="{09CB5CEA-E50D-5168-2D80-E4696E3E0578}"/>
          </ac:spMkLst>
        </pc:spChg>
        <pc:spChg chg="add del mod">
          <ac:chgData name="Kantorska Krystyna" userId="3723c91c-ac7e-41a7-97bb-0f7068af699c" providerId="ADAL" clId="{2E0E2B14-ECC8-4DAF-9346-16E104387F04}" dt="2025-04-14T10:53:42.041" v="1017" actId="21"/>
          <ac:spMkLst>
            <pc:docMk/>
            <pc:sldMk cId="3667437747" sldId="262"/>
            <ac:spMk id="63" creationId="{8FB5D6C8-8AA8-094D-CE9E-01AB2277C795}"/>
          </ac:spMkLst>
        </pc:spChg>
        <pc:spChg chg="add del mod">
          <ac:chgData name="Kantorska Krystyna" userId="3723c91c-ac7e-41a7-97bb-0f7068af699c" providerId="ADAL" clId="{2E0E2B14-ECC8-4DAF-9346-16E104387F04}" dt="2025-04-14T10:31:27.470" v="1005"/>
          <ac:spMkLst>
            <pc:docMk/>
            <pc:sldMk cId="3667437747" sldId="262"/>
            <ac:spMk id="320" creationId="{8FA1C29A-26B8-0446-86F9-1B59013A9F31}"/>
          </ac:spMkLst>
        </pc:spChg>
        <pc:spChg chg="mod">
          <ac:chgData name="Kantorska Krystyna" userId="3723c91c-ac7e-41a7-97bb-0f7068af699c" providerId="ADAL" clId="{2E0E2B14-ECC8-4DAF-9346-16E104387F04}" dt="2025-04-16T07:59:48.689" v="1739" actId="20577"/>
          <ac:spMkLst>
            <pc:docMk/>
            <pc:sldMk cId="3667437747" sldId="262"/>
            <ac:spMk id="330" creationId="{09680D1C-F7A4-4E61-A500-EF5B3A5CE3DA}"/>
          </ac:spMkLst>
        </pc:spChg>
        <pc:spChg chg="del">
          <ac:chgData name="Kantorska Krystyna" userId="3723c91c-ac7e-41a7-97bb-0f7068af699c" providerId="ADAL" clId="{2E0E2B14-ECC8-4DAF-9346-16E104387F04}" dt="2025-04-14T08:54:55.429" v="215" actId="478"/>
          <ac:spMkLst>
            <pc:docMk/>
            <pc:sldMk cId="3667437747" sldId="262"/>
            <ac:spMk id="331" creationId="{87AD2A8B-773C-4F18-9513-D068233C68EA}"/>
          </ac:spMkLst>
        </pc:spChg>
        <pc:spChg chg="mod">
          <ac:chgData name="Kantorska Krystyna" userId="3723c91c-ac7e-41a7-97bb-0f7068af699c" providerId="ADAL" clId="{2E0E2B14-ECC8-4DAF-9346-16E104387F04}" dt="2025-04-16T08:08:24.055" v="1814" actId="1076"/>
          <ac:spMkLst>
            <pc:docMk/>
            <pc:sldMk cId="3667437747" sldId="262"/>
            <ac:spMk id="334" creationId="{08026FC3-2C56-4D47-8F98-A00A5144A6AA}"/>
          </ac:spMkLst>
        </pc:spChg>
        <pc:graphicFrameChg chg="add del mod modGraphic">
          <ac:chgData name="Kantorska Krystyna" userId="3723c91c-ac7e-41a7-97bb-0f7068af699c" providerId="ADAL" clId="{2E0E2B14-ECC8-4DAF-9346-16E104387F04}" dt="2025-04-14T09:19:57.510" v="628" actId="478"/>
          <ac:graphicFrameMkLst>
            <pc:docMk/>
            <pc:sldMk cId="3667437747" sldId="262"/>
            <ac:graphicFrameMk id="8" creationId="{5903096E-EDE6-2618-38E7-B4800B5311FF}"/>
          </ac:graphicFrameMkLst>
        </pc:graphicFrameChg>
        <pc:picChg chg="del">
          <ac:chgData name="Kantorska Krystyna" userId="3723c91c-ac7e-41a7-97bb-0f7068af699c" providerId="ADAL" clId="{2E0E2B14-ECC8-4DAF-9346-16E104387F04}" dt="2025-04-14T08:55:21.684" v="237" actId="478"/>
          <ac:picMkLst>
            <pc:docMk/>
            <pc:sldMk cId="3667437747" sldId="262"/>
            <ac:picMk id="10" creationId="{B373F36E-F3F3-4F77-A5AB-C2A76C18D98C}"/>
          </ac:picMkLst>
        </pc:picChg>
        <pc:picChg chg="add del mod ord">
          <ac:chgData name="Kantorska Krystyna" userId="3723c91c-ac7e-41a7-97bb-0f7068af699c" providerId="ADAL" clId="{2E0E2B14-ECC8-4DAF-9346-16E104387F04}" dt="2025-04-14T09:15:56.868" v="584" actId="478"/>
          <ac:picMkLst>
            <pc:docMk/>
            <pc:sldMk cId="3667437747" sldId="262"/>
            <ac:picMk id="20" creationId="{3033A21F-A616-B298-FC82-09BCA92D0DB7}"/>
          </ac:picMkLst>
        </pc:picChg>
        <pc:picChg chg="add mod">
          <ac:chgData name="Kantorska Krystyna" userId="3723c91c-ac7e-41a7-97bb-0f7068af699c" providerId="ADAL" clId="{2E0E2B14-ECC8-4DAF-9346-16E104387F04}" dt="2025-04-14T11:26:55.896" v="1689" actId="1076"/>
          <ac:picMkLst>
            <pc:docMk/>
            <pc:sldMk cId="3667437747" sldId="262"/>
            <ac:picMk id="22" creationId="{50BAB075-0007-E271-5B70-C9515140F91B}"/>
          </ac:picMkLst>
        </pc:picChg>
        <pc:picChg chg="add del mod">
          <ac:chgData name="Kantorska Krystyna" userId="3723c91c-ac7e-41a7-97bb-0f7068af699c" providerId="ADAL" clId="{2E0E2B14-ECC8-4DAF-9346-16E104387F04}" dt="2025-04-14T09:16:25.852" v="587" actId="478"/>
          <ac:picMkLst>
            <pc:docMk/>
            <pc:sldMk cId="3667437747" sldId="262"/>
            <ac:picMk id="26" creationId="{1AAD4F65-335A-0308-7144-9EB070D6C4EA}"/>
          </ac:picMkLst>
        </pc:picChg>
        <pc:picChg chg="add del mod">
          <ac:chgData name="Kantorska Krystyna" userId="3723c91c-ac7e-41a7-97bb-0f7068af699c" providerId="ADAL" clId="{2E0E2B14-ECC8-4DAF-9346-16E104387F04}" dt="2025-04-14T09:16:45.581" v="590" actId="478"/>
          <ac:picMkLst>
            <pc:docMk/>
            <pc:sldMk cId="3667437747" sldId="262"/>
            <ac:picMk id="30" creationId="{6CC7268A-A8B3-1C45-604D-51408B5A40F1}"/>
          </ac:picMkLst>
        </pc:picChg>
        <pc:picChg chg="add mod">
          <ac:chgData name="Kantorska Krystyna" userId="3723c91c-ac7e-41a7-97bb-0f7068af699c" providerId="ADAL" clId="{2E0E2B14-ECC8-4DAF-9346-16E104387F04}" dt="2025-04-14T11:26:55.896" v="1689" actId="1076"/>
          <ac:picMkLst>
            <pc:docMk/>
            <pc:sldMk cId="3667437747" sldId="262"/>
            <ac:picMk id="34" creationId="{85342119-D24B-35FA-431D-175734505885}"/>
          </ac:picMkLst>
        </pc:picChg>
        <pc:picChg chg="add mod">
          <ac:chgData name="Kantorska Krystyna" userId="3723c91c-ac7e-41a7-97bb-0f7068af699c" providerId="ADAL" clId="{2E0E2B14-ECC8-4DAF-9346-16E104387F04}" dt="2025-04-14T11:26:55.896" v="1689" actId="1076"/>
          <ac:picMkLst>
            <pc:docMk/>
            <pc:sldMk cId="3667437747" sldId="262"/>
            <ac:picMk id="41" creationId="{7818209C-ABAC-17B1-FDFC-BDEFF236EC4D}"/>
          </ac:picMkLst>
        </pc:picChg>
        <pc:picChg chg="add mod">
          <ac:chgData name="Kantorska Krystyna" userId="3723c91c-ac7e-41a7-97bb-0f7068af699c" providerId="ADAL" clId="{2E0E2B14-ECC8-4DAF-9346-16E104387F04}" dt="2025-04-14T11:26:55.896" v="1689" actId="1076"/>
          <ac:picMkLst>
            <pc:docMk/>
            <pc:sldMk cId="3667437747" sldId="262"/>
            <ac:picMk id="42" creationId="{8FEDDFD3-CD19-ED85-95AF-016ADFA83BDF}"/>
          </ac:picMkLst>
        </pc:picChg>
        <pc:cxnChg chg="add mod">
          <ac:chgData name="Kantorska Krystyna" userId="3723c91c-ac7e-41a7-97bb-0f7068af699c" providerId="ADAL" clId="{2E0E2B14-ECC8-4DAF-9346-16E104387F04}" dt="2025-04-16T08:08:30.575" v="1815" actId="14100"/>
          <ac:cxnSpMkLst>
            <pc:docMk/>
            <pc:sldMk cId="3667437747" sldId="262"/>
            <ac:cxnSpMk id="3" creationId="{3BC25757-53F4-D93A-6C99-23478FDF9195}"/>
          </ac:cxnSpMkLst>
        </pc:cxnChg>
        <pc:cxnChg chg="add del mod">
          <ac:chgData name="Kantorska Krystyna" userId="3723c91c-ac7e-41a7-97bb-0f7068af699c" providerId="ADAL" clId="{2E0E2B14-ECC8-4DAF-9346-16E104387F04}" dt="2025-04-14T09:21:06.833" v="637" actId="478"/>
          <ac:cxnSpMkLst>
            <pc:docMk/>
            <pc:sldMk cId="3667437747" sldId="262"/>
            <ac:cxnSpMk id="7" creationId="{4EEB439B-CBD1-79A8-C631-A1C89306E8E9}"/>
          </ac:cxnSpMkLst>
        </pc:cxnChg>
        <pc:cxnChg chg="add del mod">
          <ac:chgData name="Kantorska Krystyna" userId="3723c91c-ac7e-41a7-97bb-0f7068af699c" providerId="ADAL" clId="{2E0E2B14-ECC8-4DAF-9346-16E104387F04}" dt="2025-04-14T09:21:07.801" v="638" actId="478"/>
          <ac:cxnSpMkLst>
            <pc:docMk/>
            <pc:sldMk cId="3667437747" sldId="262"/>
            <ac:cxnSpMk id="12" creationId="{0BADAC0D-AAEB-951C-A992-CD9600508227}"/>
          </ac:cxnSpMkLst>
        </pc:cxnChg>
        <pc:cxnChg chg="add del mod">
          <ac:chgData name="Kantorska Krystyna" userId="3723c91c-ac7e-41a7-97bb-0f7068af699c" providerId="ADAL" clId="{2E0E2B14-ECC8-4DAF-9346-16E104387F04}" dt="2025-04-14T09:21:08.610" v="639" actId="478"/>
          <ac:cxnSpMkLst>
            <pc:docMk/>
            <pc:sldMk cId="3667437747" sldId="262"/>
            <ac:cxnSpMk id="43" creationId="{AC05EE4A-3A81-A78C-1C30-5981437688D3}"/>
          </ac:cxnSpMkLst>
        </pc:cxnChg>
        <pc:cxnChg chg="add mod">
          <ac:chgData name="Kantorska Krystyna" userId="3723c91c-ac7e-41a7-97bb-0f7068af699c" providerId="ADAL" clId="{2E0E2B14-ECC8-4DAF-9346-16E104387F04}" dt="2025-04-14T11:26:55.896" v="1689" actId="1076"/>
          <ac:cxnSpMkLst>
            <pc:docMk/>
            <pc:sldMk cId="3667437747" sldId="262"/>
            <ac:cxnSpMk id="48" creationId="{53F3C226-33CA-C9D1-71AC-8F6E3517E752}"/>
          </ac:cxnSpMkLst>
        </pc:cxnChg>
        <pc:cxnChg chg="add mod">
          <ac:chgData name="Kantorska Krystyna" userId="3723c91c-ac7e-41a7-97bb-0f7068af699c" providerId="ADAL" clId="{2E0E2B14-ECC8-4DAF-9346-16E104387F04}" dt="2025-04-14T11:26:55.896" v="1689" actId="1076"/>
          <ac:cxnSpMkLst>
            <pc:docMk/>
            <pc:sldMk cId="3667437747" sldId="262"/>
            <ac:cxnSpMk id="50" creationId="{7682CA2F-677B-5BFC-60BE-DC37DA6D3866}"/>
          </ac:cxnSpMkLst>
        </pc:cxnChg>
        <pc:cxnChg chg="add mod">
          <ac:chgData name="Kantorska Krystyna" userId="3723c91c-ac7e-41a7-97bb-0f7068af699c" providerId="ADAL" clId="{2E0E2B14-ECC8-4DAF-9346-16E104387F04}" dt="2025-04-14T11:26:55.896" v="1689" actId="1076"/>
          <ac:cxnSpMkLst>
            <pc:docMk/>
            <pc:sldMk cId="3667437747" sldId="262"/>
            <ac:cxnSpMk id="53" creationId="{1F611067-E150-B574-B58E-FD9C5AEED9B7}"/>
          </ac:cxnSpMkLst>
        </pc:cxnChg>
      </pc:sldChg>
      <pc:sldChg chg="addSp delSp modSp mod">
        <pc:chgData name="Kantorska Krystyna" userId="3723c91c-ac7e-41a7-97bb-0f7068af699c" providerId="ADAL" clId="{2E0E2B14-ECC8-4DAF-9346-16E104387F04}" dt="2025-04-17T10:30:11.851" v="3814"/>
        <pc:sldMkLst>
          <pc:docMk/>
          <pc:sldMk cId="375749043" sldId="265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75749043" sldId="265"/>
            <ac:spMk id="2" creationId="{99872B27-FD52-03C4-76C5-CE68242E2241}"/>
          </ac:spMkLst>
        </pc:spChg>
        <pc:spChg chg="add del mod">
          <ac:chgData name="Kantorska Krystyna" userId="3723c91c-ac7e-41a7-97bb-0f7068af699c" providerId="ADAL" clId="{2E0E2B14-ECC8-4DAF-9346-16E104387F04}" dt="2025-04-14T10:53:01.667" v="1007" actId="478"/>
          <ac:spMkLst>
            <pc:docMk/>
            <pc:sldMk cId="375749043" sldId="265"/>
            <ac:spMk id="3" creationId="{8817E9AC-B826-4E9B-A3CD-D10B0AFCD001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75749043" sldId="265"/>
            <ac:spMk id="4" creationId="{BA425A3F-A3D0-D2CB-EA45-DC1B3026CB74}"/>
          </ac:spMkLst>
        </pc:spChg>
        <pc:spChg chg="add del mod">
          <ac:chgData name="Kantorska Krystyna" userId="3723c91c-ac7e-41a7-97bb-0f7068af699c" providerId="ADAL" clId="{2E0E2B14-ECC8-4DAF-9346-16E104387F04}" dt="2025-04-14T10:53:33.107" v="1016" actId="478"/>
          <ac:spMkLst>
            <pc:docMk/>
            <pc:sldMk cId="375749043" sldId="265"/>
            <ac:spMk id="5" creationId="{0CC58DFA-9E4B-B965-CD02-984A939A46A7}"/>
          </ac:spMkLst>
        </pc:spChg>
        <pc:spChg chg="add del mod">
          <ac:chgData name="Kantorska Krystyna" userId="3723c91c-ac7e-41a7-97bb-0f7068af699c" providerId="ADAL" clId="{2E0E2B14-ECC8-4DAF-9346-16E104387F04}" dt="2025-04-14T10:53:13.193" v="1011" actId="478"/>
          <ac:spMkLst>
            <pc:docMk/>
            <pc:sldMk cId="375749043" sldId="265"/>
            <ac:spMk id="8" creationId="{E7A0D0A6-9A7B-87D9-43D2-A59E6686490E}"/>
          </ac:spMkLst>
        </pc:spChg>
        <pc:spChg chg="add del mod">
          <ac:chgData name="Kantorska Krystyna" userId="3723c91c-ac7e-41a7-97bb-0f7068af699c" providerId="ADAL" clId="{2E0E2B14-ECC8-4DAF-9346-16E104387F04}" dt="2025-04-14T10:53:18.682" v="1013" actId="478"/>
          <ac:spMkLst>
            <pc:docMk/>
            <pc:sldMk cId="375749043" sldId="265"/>
            <ac:spMk id="10" creationId="{29326172-F612-E7C8-7471-C00504A9D7E6}"/>
          </ac:spMkLst>
        </pc:spChg>
        <pc:spChg chg="add mod">
          <ac:chgData name="Kantorska Krystyna" userId="3723c91c-ac7e-41a7-97bb-0f7068af699c" providerId="ADAL" clId="{2E0E2B14-ECC8-4DAF-9346-16E104387F04}" dt="2025-04-14T12:48:13.039" v="1733" actId="20577"/>
          <ac:spMkLst>
            <pc:docMk/>
            <pc:sldMk cId="375749043" sldId="265"/>
            <ac:spMk id="11" creationId="{58EFF61A-F4A2-0F47-5E4C-E00A778CD8EA}"/>
          </ac:spMkLst>
        </pc:spChg>
        <pc:spChg chg="add mod">
          <ac:chgData name="Kantorska Krystyna" userId="3723c91c-ac7e-41a7-97bb-0f7068af699c" providerId="ADAL" clId="{2E0E2B14-ECC8-4DAF-9346-16E104387F04}" dt="2025-04-16T08:22:19.814" v="1921" actId="14100"/>
          <ac:spMkLst>
            <pc:docMk/>
            <pc:sldMk cId="375749043" sldId="265"/>
            <ac:spMk id="63" creationId="{8FB5D6C8-8AA8-094D-CE9E-01AB2277C795}"/>
          </ac:spMkLst>
        </pc:spChg>
        <pc:spChg chg="del mod">
          <ac:chgData name="Kantorska Krystyna" userId="3723c91c-ac7e-41a7-97bb-0f7068af699c" providerId="ADAL" clId="{2E0E2B14-ECC8-4DAF-9346-16E104387F04}" dt="2025-04-14T10:53:08.819" v="1009" actId="478"/>
          <ac:spMkLst>
            <pc:docMk/>
            <pc:sldMk cId="375749043" sldId="265"/>
            <ac:spMk id="330" creationId="{09680D1C-F7A4-4E61-A500-EF5B3A5CE3DA}"/>
          </ac:spMkLst>
        </pc:spChg>
        <pc:spChg chg="del">
          <ac:chgData name="Kantorska Krystyna" userId="3723c91c-ac7e-41a7-97bb-0f7068af699c" providerId="ADAL" clId="{2E0E2B14-ECC8-4DAF-9346-16E104387F04}" dt="2025-04-14T10:53:10.860" v="1010" actId="478"/>
          <ac:spMkLst>
            <pc:docMk/>
            <pc:sldMk cId="375749043" sldId="265"/>
            <ac:spMk id="331" creationId="{87AD2A8B-773C-4F18-9513-D068233C68EA}"/>
          </ac:spMkLst>
        </pc:spChg>
        <pc:spChg chg="del">
          <ac:chgData name="Kantorska Krystyna" userId="3723c91c-ac7e-41a7-97bb-0f7068af699c" providerId="ADAL" clId="{2E0E2B14-ECC8-4DAF-9346-16E104387F04}" dt="2025-04-14T10:53:15.261" v="1012" actId="478"/>
          <ac:spMkLst>
            <pc:docMk/>
            <pc:sldMk cId="375749043" sldId="265"/>
            <ac:spMk id="334" creationId="{08026FC3-2C56-4D47-8F98-A00A5144A6AA}"/>
          </ac:spMkLst>
        </pc:spChg>
        <pc:picChg chg="add mod">
          <ac:chgData name="Kantorska Krystyna" userId="3723c91c-ac7e-41a7-97bb-0f7068af699c" providerId="ADAL" clId="{2E0E2B14-ECC8-4DAF-9346-16E104387F04}" dt="2025-04-16T08:22:04.005" v="1919" actId="1076"/>
          <ac:picMkLst>
            <pc:docMk/>
            <pc:sldMk cId="375749043" sldId="265"/>
            <ac:picMk id="3" creationId="{C9E0E12A-30DB-081B-40F3-4CB6B74DD7C2}"/>
          </ac:picMkLst>
        </pc:picChg>
        <pc:picChg chg="del">
          <ac:chgData name="Kantorska Krystyna" userId="3723c91c-ac7e-41a7-97bb-0f7068af699c" providerId="ADAL" clId="{2E0E2B14-ECC8-4DAF-9346-16E104387F04}" dt="2025-04-14T10:53:00.228" v="1006" actId="478"/>
          <ac:picMkLst>
            <pc:docMk/>
            <pc:sldMk cId="375749043" sldId="265"/>
            <ac:picMk id="7" creationId="{FCDF36BE-7F4D-4BDC-8D0C-0A402F703D9D}"/>
          </ac:picMkLst>
        </pc:picChg>
      </pc:sldChg>
      <pc:sldChg chg="addSp delSp modSp mod modClrScheme chgLayout">
        <pc:chgData name="Kantorska Krystyna" userId="3723c91c-ac7e-41a7-97bb-0f7068af699c" providerId="ADAL" clId="{2E0E2B14-ECC8-4DAF-9346-16E104387F04}" dt="2025-04-17T10:30:11.851" v="3814"/>
        <pc:sldMkLst>
          <pc:docMk/>
          <pc:sldMk cId="3871883325" sldId="266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871883325" sldId="266"/>
            <ac:spMk id="2" creationId="{EF71FCA5-F64A-7981-65C7-A2EE64F8F39D}"/>
          </ac:spMkLst>
        </pc:spChg>
        <pc:spChg chg="add del mod">
          <ac:chgData name="Kantorska Krystyna" userId="3723c91c-ac7e-41a7-97bb-0f7068af699c" providerId="ADAL" clId="{2E0E2B14-ECC8-4DAF-9346-16E104387F04}" dt="2025-04-16T08:23:01.196" v="1962" actId="478"/>
          <ac:spMkLst>
            <pc:docMk/>
            <pc:sldMk cId="3871883325" sldId="266"/>
            <ac:spMk id="3" creationId="{77FE7D54-8C24-51D4-FCF5-A8E6D18B5E55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871883325" sldId="266"/>
            <ac:spMk id="3" creationId="{8645D9CF-D2E4-8FDB-1A63-98BDF700434A}"/>
          </ac:spMkLst>
        </pc:spChg>
        <pc:spChg chg="add del mod">
          <ac:chgData name="Kantorska Krystyna" userId="3723c91c-ac7e-41a7-97bb-0f7068af699c" providerId="ADAL" clId="{2E0E2B14-ECC8-4DAF-9346-16E104387F04}" dt="2025-04-16T08:23:07.980" v="1964" actId="478"/>
          <ac:spMkLst>
            <pc:docMk/>
            <pc:sldMk cId="3871883325" sldId="266"/>
            <ac:spMk id="5" creationId="{48CD3F1E-5C54-B5AF-3562-D8CA5D2C7A0D}"/>
          </ac:spMkLst>
        </pc:spChg>
        <pc:spChg chg="add del mod">
          <ac:chgData name="Kantorska Krystyna" userId="3723c91c-ac7e-41a7-97bb-0f7068af699c" providerId="ADAL" clId="{2E0E2B14-ECC8-4DAF-9346-16E104387F04}" dt="2025-04-16T08:23:11.997" v="1966" actId="478"/>
          <ac:spMkLst>
            <pc:docMk/>
            <pc:sldMk cId="3871883325" sldId="266"/>
            <ac:spMk id="7" creationId="{E0C985B2-D1B2-9000-26C3-76DB19CF9FD0}"/>
          </ac:spMkLst>
        </pc:spChg>
        <pc:spChg chg="add mod">
          <ac:chgData name="Kantorska Krystyna" userId="3723c91c-ac7e-41a7-97bb-0f7068af699c" providerId="ADAL" clId="{2E0E2B14-ECC8-4DAF-9346-16E104387F04}" dt="2025-04-16T12:32:23.896" v="2895" actId="20577"/>
          <ac:spMkLst>
            <pc:docMk/>
            <pc:sldMk cId="3871883325" sldId="266"/>
            <ac:spMk id="8" creationId="{4F3931DF-EC95-8916-2AF2-7C5963F03EC3}"/>
          </ac:spMkLst>
        </pc:spChg>
        <pc:spChg chg="add del mod">
          <ac:chgData name="Kantorska Krystyna" userId="3723c91c-ac7e-41a7-97bb-0f7068af699c" providerId="ADAL" clId="{2E0E2B14-ECC8-4DAF-9346-16E104387F04}" dt="2025-04-16T08:23:58.949" v="1971" actId="478"/>
          <ac:spMkLst>
            <pc:docMk/>
            <pc:sldMk cId="3871883325" sldId="266"/>
            <ac:spMk id="9" creationId="{D66A69E1-765C-29D7-E345-DD2D8465D504}"/>
          </ac:spMkLst>
        </pc:spChg>
        <pc:spChg chg="mod">
          <ac:chgData name="Kantorska Krystyna" userId="3723c91c-ac7e-41a7-97bb-0f7068af699c" providerId="ADAL" clId="{2E0E2B14-ECC8-4DAF-9346-16E104387F04}" dt="2025-04-16T08:23:17.198" v="1967" actId="26606"/>
          <ac:spMkLst>
            <pc:docMk/>
            <pc:sldMk cId="3871883325" sldId="266"/>
            <ac:spMk id="329" creationId="{EFBFDD60-4C42-4AE8-9273-28D84DF7AE24}"/>
          </ac:spMkLst>
        </pc:spChg>
        <pc:spChg chg="mod">
          <ac:chgData name="Kantorska Krystyna" userId="3723c91c-ac7e-41a7-97bb-0f7068af699c" providerId="ADAL" clId="{2E0E2B14-ECC8-4DAF-9346-16E104387F04}" dt="2025-04-16T08:38:20.844" v="2095" actId="20577"/>
          <ac:spMkLst>
            <pc:docMk/>
            <pc:sldMk cId="3871883325" sldId="266"/>
            <ac:spMk id="330" creationId="{09680D1C-F7A4-4E61-A500-EF5B3A5CE3DA}"/>
          </ac:spMkLst>
        </pc:spChg>
        <pc:spChg chg="del">
          <ac:chgData name="Kantorska Krystyna" userId="3723c91c-ac7e-41a7-97bb-0f7068af699c" providerId="ADAL" clId="{2E0E2B14-ECC8-4DAF-9346-16E104387F04}" dt="2025-04-16T08:22:59.134" v="1961" actId="478"/>
          <ac:spMkLst>
            <pc:docMk/>
            <pc:sldMk cId="3871883325" sldId="266"/>
            <ac:spMk id="331" creationId="{87AD2A8B-773C-4F18-9513-D068233C68EA}"/>
          </ac:spMkLst>
        </pc:spChg>
        <pc:spChg chg="del">
          <ac:chgData name="Kantorska Krystyna" userId="3723c91c-ac7e-41a7-97bb-0f7068af699c" providerId="ADAL" clId="{2E0E2B14-ECC8-4DAF-9346-16E104387F04}" dt="2025-04-16T08:23:03.057" v="1963" actId="478"/>
          <ac:spMkLst>
            <pc:docMk/>
            <pc:sldMk cId="3871883325" sldId="266"/>
            <ac:spMk id="334" creationId="{08026FC3-2C56-4D47-8F98-A00A5144A6AA}"/>
          </ac:spMkLst>
        </pc:spChg>
        <pc:spChg chg="add del mod">
          <ac:chgData name="Kantorska Krystyna" userId="3723c91c-ac7e-41a7-97bb-0f7068af699c" providerId="ADAL" clId="{2E0E2B14-ECC8-4DAF-9346-16E104387F04}" dt="2025-04-16T08:23:50.960" v="1969"/>
          <ac:spMkLst>
            <pc:docMk/>
            <pc:sldMk cId="3871883325" sldId="266"/>
            <ac:spMk id="335" creationId="{7695F8EE-6423-8513-1C40-5FB1FFFF273B}"/>
          </ac:spMkLst>
        </pc:spChg>
        <pc:graphicFrameChg chg="add del mod modGraphic">
          <ac:chgData name="Kantorska Krystyna" userId="3723c91c-ac7e-41a7-97bb-0f7068af699c" providerId="ADAL" clId="{2E0E2B14-ECC8-4DAF-9346-16E104387F04}" dt="2025-04-16T08:34:59.298" v="2083" actId="478"/>
          <ac:graphicFrameMkLst>
            <pc:docMk/>
            <pc:sldMk cId="3871883325" sldId="266"/>
            <ac:graphicFrameMk id="10" creationId="{697ACE7D-18CB-2B83-B012-E4502BC8918C}"/>
          </ac:graphicFrameMkLst>
        </pc:graphicFrameChg>
        <pc:graphicFrameChg chg="add mod modGraphic">
          <ac:chgData name="Kantorska Krystyna" userId="3723c91c-ac7e-41a7-97bb-0f7068af699c" providerId="ADAL" clId="{2E0E2B14-ECC8-4DAF-9346-16E104387F04}" dt="2025-04-16T09:26:12.149" v="2173"/>
          <ac:graphicFrameMkLst>
            <pc:docMk/>
            <pc:sldMk cId="3871883325" sldId="266"/>
            <ac:graphicFrameMk id="12" creationId="{A0C20FAE-4C68-42E5-93E5-EBB49AAFD9FC}"/>
          </ac:graphicFrameMkLst>
        </pc:graphicFrameChg>
        <pc:picChg chg="del">
          <ac:chgData name="Kantorska Krystyna" userId="3723c91c-ac7e-41a7-97bb-0f7068af699c" providerId="ADAL" clId="{2E0E2B14-ECC8-4DAF-9346-16E104387F04}" dt="2025-04-16T08:23:11.085" v="1965" actId="478"/>
          <ac:picMkLst>
            <pc:docMk/>
            <pc:sldMk cId="3871883325" sldId="266"/>
            <ac:picMk id="11" creationId="{833D1D7A-1B2C-4ACA-8793-209693809F39}"/>
          </ac:picMkLst>
        </pc:picChg>
      </pc:sldChg>
      <pc:sldChg chg="del">
        <pc:chgData name="Kantorska Krystyna" userId="3723c91c-ac7e-41a7-97bb-0f7068af699c" providerId="ADAL" clId="{2E0E2B14-ECC8-4DAF-9346-16E104387F04}" dt="2025-04-17T08:50:59.574" v="2896" actId="2696"/>
        <pc:sldMkLst>
          <pc:docMk/>
          <pc:sldMk cId="317035572" sldId="267"/>
        </pc:sldMkLst>
      </pc:sldChg>
      <pc:sldChg chg="del">
        <pc:chgData name="Kantorska Krystyna" userId="3723c91c-ac7e-41a7-97bb-0f7068af699c" providerId="ADAL" clId="{2E0E2B14-ECC8-4DAF-9346-16E104387F04}" dt="2025-04-17T08:51:01.931" v="2897" actId="2696"/>
        <pc:sldMkLst>
          <pc:docMk/>
          <pc:sldMk cId="1816146761" sldId="268"/>
        </pc:sldMkLst>
      </pc:sldChg>
      <pc:sldChg chg="del">
        <pc:chgData name="Kantorska Krystyna" userId="3723c91c-ac7e-41a7-97bb-0f7068af699c" providerId="ADAL" clId="{2E0E2B14-ECC8-4DAF-9346-16E104387F04}" dt="2025-04-17T08:51:04.162" v="2898" actId="2696"/>
        <pc:sldMkLst>
          <pc:docMk/>
          <pc:sldMk cId="1854391374" sldId="269"/>
        </pc:sldMkLst>
      </pc:sldChg>
      <pc:sldChg chg="del">
        <pc:chgData name="Kantorska Krystyna" userId="3723c91c-ac7e-41a7-97bb-0f7068af699c" providerId="ADAL" clId="{2E0E2B14-ECC8-4DAF-9346-16E104387F04}" dt="2025-04-17T08:51:06.428" v="2899" actId="2696"/>
        <pc:sldMkLst>
          <pc:docMk/>
          <pc:sldMk cId="346160208" sldId="271"/>
        </pc:sldMkLst>
      </pc:sldChg>
      <pc:sldChg chg="del">
        <pc:chgData name="Kantorska Krystyna" userId="3723c91c-ac7e-41a7-97bb-0f7068af699c" providerId="ADAL" clId="{2E0E2B14-ECC8-4DAF-9346-16E104387F04}" dt="2025-04-17T08:51:08.773" v="2900" actId="2696"/>
        <pc:sldMkLst>
          <pc:docMk/>
          <pc:sldMk cId="1353519524" sldId="272"/>
        </pc:sldMkLst>
      </pc:sldChg>
      <pc:sldChg chg="del">
        <pc:chgData name="Kantorska Krystyna" userId="3723c91c-ac7e-41a7-97bb-0f7068af699c" providerId="ADAL" clId="{2E0E2B14-ECC8-4DAF-9346-16E104387F04}" dt="2025-04-17T08:51:13.041" v="2902" actId="2696"/>
        <pc:sldMkLst>
          <pc:docMk/>
          <pc:sldMk cId="1952771014" sldId="273"/>
        </pc:sldMkLst>
      </pc:sldChg>
      <pc:sldChg chg="del">
        <pc:chgData name="Kantorska Krystyna" userId="3723c91c-ac7e-41a7-97bb-0f7068af699c" providerId="ADAL" clId="{2E0E2B14-ECC8-4DAF-9346-16E104387F04}" dt="2025-04-17T08:51:28.380" v="2906" actId="2696"/>
        <pc:sldMkLst>
          <pc:docMk/>
          <pc:sldMk cId="896258353" sldId="274"/>
        </pc:sldMkLst>
      </pc:sldChg>
      <pc:sldChg chg="del">
        <pc:chgData name="Kantorska Krystyna" userId="3723c91c-ac7e-41a7-97bb-0f7068af699c" providerId="ADAL" clId="{2E0E2B14-ECC8-4DAF-9346-16E104387F04}" dt="2025-04-17T08:51:28.380" v="2906" actId="2696"/>
        <pc:sldMkLst>
          <pc:docMk/>
          <pc:sldMk cId="4048190825" sldId="275"/>
        </pc:sldMkLst>
      </pc:sldChg>
      <pc:sldChg chg="del">
        <pc:chgData name="Kantorska Krystyna" userId="3723c91c-ac7e-41a7-97bb-0f7068af699c" providerId="ADAL" clId="{2E0E2B14-ECC8-4DAF-9346-16E104387F04}" dt="2025-04-17T08:51:28.380" v="2906" actId="2696"/>
        <pc:sldMkLst>
          <pc:docMk/>
          <pc:sldMk cId="3383418737" sldId="276"/>
        </pc:sldMkLst>
      </pc:sldChg>
      <pc:sldChg chg="del">
        <pc:chgData name="Kantorska Krystyna" userId="3723c91c-ac7e-41a7-97bb-0f7068af699c" providerId="ADAL" clId="{2E0E2B14-ECC8-4DAF-9346-16E104387F04}" dt="2025-04-17T08:51:28.380" v="2906" actId="2696"/>
        <pc:sldMkLst>
          <pc:docMk/>
          <pc:sldMk cId="4169910736" sldId="277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2151621017" sldId="278"/>
        </pc:sldMkLst>
      </pc:sldChg>
      <pc:sldChg chg="del">
        <pc:chgData name="Kantorska Krystyna" userId="3723c91c-ac7e-41a7-97bb-0f7068af699c" providerId="ADAL" clId="{2E0E2B14-ECC8-4DAF-9346-16E104387F04}" dt="2025-04-17T08:51:28.380" v="2906" actId="2696"/>
        <pc:sldMkLst>
          <pc:docMk/>
          <pc:sldMk cId="2761863409" sldId="279"/>
        </pc:sldMkLst>
      </pc:sldChg>
      <pc:sldChg chg="del">
        <pc:chgData name="Kantorska Krystyna" userId="3723c91c-ac7e-41a7-97bb-0f7068af699c" providerId="ADAL" clId="{2E0E2B14-ECC8-4DAF-9346-16E104387F04}" dt="2025-04-17T08:51:16.819" v="2904" actId="2696"/>
        <pc:sldMkLst>
          <pc:docMk/>
          <pc:sldMk cId="34391148" sldId="280"/>
        </pc:sldMkLst>
      </pc:sldChg>
      <pc:sldChg chg="del">
        <pc:chgData name="Kantorska Krystyna" userId="3723c91c-ac7e-41a7-97bb-0f7068af699c" providerId="ADAL" clId="{2E0E2B14-ECC8-4DAF-9346-16E104387F04}" dt="2025-04-17T08:51:18.759" v="2905" actId="2696"/>
        <pc:sldMkLst>
          <pc:docMk/>
          <pc:sldMk cId="3199566348" sldId="281"/>
        </pc:sldMkLst>
      </pc:sldChg>
      <pc:sldChg chg="del">
        <pc:chgData name="Kantorska Krystyna" userId="3723c91c-ac7e-41a7-97bb-0f7068af699c" providerId="ADAL" clId="{2E0E2B14-ECC8-4DAF-9346-16E104387F04}" dt="2025-04-17T08:51:28.380" v="2906" actId="2696"/>
        <pc:sldMkLst>
          <pc:docMk/>
          <pc:sldMk cId="552471012" sldId="282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196492799" sldId="283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1603671042" sldId="284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3254846290" sldId="285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1960288616" sldId="286"/>
        </pc:sldMkLst>
      </pc:sldChg>
      <pc:sldChg chg="del">
        <pc:chgData name="Kantorska Krystyna" userId="3723c91c-ac7e-41a7-97bb-0f7068af699c" providerId="ADAL" clId="{2E0E2B14-ECC8-4DAF-9346-16E104387F04}" dt="2025-04-17T08:51:28.380" v="2906" actId="2696"/>
        <pc:sldMkLst>
          <pc:docMk/>
          <pc:sldMk cId="1467612020" sldId="287"/>
        </pc:sldMkLst>
      </pc:sldChg>
      <pc:sldChg chg="del">
        <pc:chgData name="Kantorska Krystyna" userId="3723c91c-ac7e-41a7-97bb-0f7068af699c" providerId="ADAL" clId="{2E0E2B14-ECC8-4DAF-9346-16E104387F04}" dt="2025-04-17T08:51:11.002" v="2901" actId="2696"/>
        <pc:sldMkLst>
          <pc:docMk/>
          <pc:sldMk cId="2183665971" sldId="288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732576227" sldId="289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1920119525" sldId="290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2048106631" sldId="291"/>
        </pc:sldMkLst>
      </pc:sldChg>
      <pc:sldChg chg="del">
        <pc:chgData name="Kantorska Krystyna" userId="3723c91c-ac7e-41a7-97bb-0f7068af699c" providerId="ADAL" clId="{2E0E2B14-ECC8-4DAF-9346-16E104387F04}" dt="2025-04-17T08:51:42.859" v="2907" actId="2696"/>
        <pc:sldMkLst>
          <pc:docMk/>
          <pc:sldMk cId="2637911041" sldId="292"/>
        </pc:sldMkLst>
      </pc:sldChg>
      <pc:sldChg chg="addSp delSp modSp new mod">
        <pc:chgData name="Kantorska Krystyna" userId="3723c91c-ac7e-41a7-97bb-0f7068af699c" providerId="ADAL" clId="{2E0E2B14-ECC8-4DAF-9346-16E104387F04}" dt="2025-04-17T10:30:11.851" v="3814"/>
        <pc:sldMkLst>
          <pc:docMk/>
          <pc:sldMk cId="2332285648" sldId="293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2332285648" sldId="293"/>
            <ac:spMk id="2" creationId="{5C2E933B-076C-21BF-DC6B-E30B3EAB5317}"/>
          </ac:spMkLst>
        </pc:spChg>
        <pc:spChg chg="del">
          <ac:chgData name="Kantorska Krystyna" userId="3723c91c-ac7e-41a7-97bb-0f7068af699c" providerId="ADAL" clId="{2E0E2B14-ECC8-4DAF-9346-16E104387F04}" dt="2025-04-16T07:59:59.955" v="1741" actId="478"/>
          <ac:spMkLst>
            <pc:docMk/>
            <pc:sldMk cId="2332285648" sldId="293"/>
            <ac:spMk id="2" creationId="{B8F43E09-DBA7-B614-3F21-F2179A587FD5}"/>
          </ac:spMkLst>
        </pc:spChg>
        <pc:spChg chg="mod">
          <ac:chgData name="Kantorska Krystyna" userId="3723c91c-ac7e-41a7-97bb-0f7068af699c" providerId="ADAL" clId="{2E0E2B14-ECC8-4DAF-9346-16E104387F04}" dt="2025-04-16T07:59:55.321" v="1740"/>
          <ac:spMkLst>
            <pc:docMk/>
            <pc:sldMk cId="2332285648" sldId="293"/>
            <ac:spMk id="3" creationId="{76FF0375-B4EF-64C9-B38C-784F3D5498D5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2332285648" sldId="293"/>
            <ac:spMk id="4" creationId="{8A7BECE1-5F5D-AAC9-CF62-530D1AD4D6A4}"/>
          </ac:spMkLst>
        </pc:spChg>
        <pc:spChg chg="mod">
          <ac:chgData name="Kantorska Krystyna" userId="3723c91c-ac7e-41a7-97bb-0f7068af699c" providerId="ADAL" clId="{2E0E2B14-ECC8-4DAF-9346-16E104387F04}" dt="2025-04-16T08:15:38.813" v="1901" actId="1076"/>
          <ac:spMkLst>
            <pc:docMk/>
            <pc:sldMk cId="2332285648" sldId="293"/>
            <ac:spMk id="4" creationId="{BC7E2E48-B308-F718-6D71-8943557D6B66}"/>
          </ac:spMkLst>
        </pc:spChg>
        <pc:spChg chg="del">
          <ac:chgData name="Kantorska Krystyna" userId="3723c91c-ac7e-41a7-97bb-0f7068af699c" providerId="ADAL" clId="{2E0E2B14-ECC8-4DAF-9346-16E104387F04}" dt="2025-04-16T08:02:29.649" v="1761" actId="478"/>
          <ac:spMkLst>
            <pc:docMk/>
            <pc:sldMk cId="2332285648" sldId="293"/>
            <ac:spMk id="5" creationId="{083487C5-DC8A-F715-9E2B-4D87CFAA3AB3}"/>
          </ac:spMkLst>
        </pc:spChg>
        <pc:spChg chg="del">
          <ac:chgData name="Kantorska Krystyna" userId="3723c91c-ac7e-41a7-97bb-0f7068af699c" providerId="ADAL" clId="{2E0E2B14-ECC8-4DAF-9346-16E104387F04}" dt="2025-04-16T07:59:34.929" v="1736"/>
          <ac:spMkLst>
            <pc:docMk/>
            <pc:sldMk cId="2332285648" sldId="293"/>
            <ac:spMk id="6" creationId="{864EF240-F673-7B75-E465-14EA9C9060B5}"/>
          </ac:spMkLst>
        </pc:spChg>
        <pc:spChg chg="del">
          <ac:chgData name="Kantorska Krystyna" userId="3723c91c-ac7e-41a7-97bb-0f7068af699c" providerId="ADAL" clId="{2E0E2B14-ECC8-4DAF-9346-16E104387F04}" dt="2025-04-16T08:02:33.406" v="1762" actId="478"/>
          <ac:spMkLst>
            <pc:docMk/>
            <pc:sldMk cId="2332285648" sldId="293"/>
            <ac:spMk id="7" creationId="{5372E205-DF7C-FA2F-5C69-303386615943}"/>
          </ac:spMkLst>
        </pc:spChg>
        <pc:spChg chg="add mod">
          <ac:chgData name="Kantorska Krystyna" userId="3723c91c-ac7e-41a7-97bb-0f7068af699c" providerId="ADAL" clId="{2E0E2B14-ECC8-4DAF-9346-16E104387F04}" dt="2025-04-16T08:16:24.787" v="1908" actId="1076"/>
          <ac:spMkLst>
            <pc:docMk/>
            <pc:sldMk cId="2332285648" sldId="293"/>
            <ac:spMk id="9" creationId="{9FF38561-206E-E0DF-27B5-722A1C8F3F25}"/>
          </ac:spMkLst>
        </pc:spChg>
        <pc:spChg chg="add mod">
          <ac:chgData name="Kantorska Krystyna" userId="3723c91c-ac7e-41a7-97bb-0f7068af699c" providerId="ADAL" clId="{2E0E2B14-ECC8-4DAF-9346-16E104387F04}" dt="2025-04-16T08:04:57.916" v="1782" actId="1076"/>
          <ac:spMkLst>
            <pc:docMk/>
            <pc:sldMk cId="2332285648" sldId="293"/>
            <ac:spMk id="10" creationId="{DF1F3309-BE35-28CA-7FD8-9A75EF6DEE84}"/>
          </ac:spMkLst>
        </pc:spChg>
        <pc:spChg chg="add del mod">
          <ac:chgData name="Kantorska Krystyna" userId="3723c91c-ac7e-41a7-97bb-0f7068af699c" providerId="ADAL" clId="{2E0E2B14-ECC8-4DAF-9346-16E104387F04}" dt="2025-04-16T08:15:31.387" v="1893" actId="478"/>
          <ac:spMkLst>
            <pc:docMk/>
            <pc:sldMk cId="2332285648" sldId="293"/>
            <ac:spMk id="11" creationId="{D6B8E4B4-619D-2811-FBFC-73E419F248D7}"/>
          </ac:spMkLst>
        </pc:spChg>
        <pc:spChg chg="add del mod">
          <ac:chgData name="Kantorska Krystyna" userId="3723c91c-ac7e-41a7-97bb-0f7068af699c" providerId="ADAL" clId="{2E0E2B14-ECC8-4DAF-9346-16E104387F04}" dt="2025-04-16T08:15:31.390" v="1895"/>
          <ac:spMkLst>
            <pc:docMk/>
            <pc:sldMk cId="2332285648" sldId="293"/>
            <ac:spMk id="12" creationId="{94991338-4D29-187B-F946-97CABEA6481B}"/>
          </ac:spMkLst>
        </pc:spChg>
        <pc:spChg chg="add del mod">
          <ac:chgData name="Kantorska Krystyna" userId="3723c91c-ac7e-41a7-97bb-0f7068af699c" providerId="ADAL" clId="{2E0E2B14-ECC8-4DAF-9346-16E104387F04}" dt="2025-04-16T08:15:31.391" v="1897"/>
          <ac:spMkLst>
            <pc:docMk/>
            <pc:sldMk cId="2332285648" sldId="293"/>
            <ac:spMk id="13" creationId="{35D9E933-19AE-ED08-631A-F1893AC8C3A4}"/>
          </ac:spMkLst>
        </pc:spChg>
        <pc:spChg chg="add del mod">
          <ac:chgData name="Kantorska Krystyna" userId="3723c91c-ac7e-41a7-97bb-0f7068af699c" providerId="ADAL" clId="{2E0E2B14-ECC8-4DAF-9346-16E104387F04}" dt="2025-04-16T08:15:31.392" v="1899"/>
          <ac:spMkLst>
            <pc:docMk/>
            <pc:sldMk cId="2332285648" sldId="293"/>
            <ac:spMk id="14" creationId="{757E4C39-374C-6FD3-8832-33DC8D965714}"/>
          </ac:spMkLst>
        </pc:spChg>
        <pc:picChg chg="add mod">
          <ac:chgData name="Kantorska Krystyna" userId="3723c91c-ac7e-41a7-97bb-0f7068af699c" providerId="ADAL" clId="{2E0E2B14-ECC8-4DAF-9346-16E104387F04}" dt="2025-04-16T07:59:41.149" v="1738" actId="1076"/>
          <ac:picMkLst>
            <pc:docMk/>
            <pc:sldMk cId="2332285648" sldId="293"/>
            <ac:picMk id="1026" creationId="{96F4BEEC-931C-A669-4639-03D87654A342}"/>
          </ac:picMkLst>
        </pc:picChg>
        <pc:cxnChg chg="add del">
          <ac:chgData name="Kantorska Krystyna" userId="3723c91c-ac7e-41a7-97bb-0f7068af699c" providerId="ADAL" clId="{2E0E2B14-ECC8-4DAF-9346-16E104387F04}" dt="2025-04-16T08:14:38.133" v="1860" actId="11529"/>
          <ac:cxnSpMkLst>
            <pc:docMk/>
            <pc:sldMk cId="2332285648" sldId="293"/>
            <ac:cxnSpMk id="16" creationId="{C6314F5F-F52D-1351-0D6F-F086C6ACE4DA}"/>
          </ac:cxnSpMkLst>
        </pc:cxnChg>
      </pc:sldChg>
      <pc:sldChg chg="addSp delSp modSp new mod">
        <pc:chgData name="Kantorska Krystyna" userId="3723c91c-ac7e-41a7-97bb-0f7068af699c" providerId="ADAL" clId="{2E0E2B14-ECC8-4DAF-9346-16E104387F04}" dt="2025-04-17T10:30:11.851" v="3814"/>
        <pc:sldMkLst>
          <pc:docMk/>
          <pc:sldMk cId="3964072870" sldId="294"/>
        </pc:sldMkLst>
        <pc:spChg chg="del mod">
          <ac:chgData name="Kantorska Krystyna" userId="3723c91c-ac7e-41a7-97bb-0f7068af699c" providerId="ADAL" clId="{2E0E2B14-ECC8-4DAF-9346-16E104387F04}" dt="2025-04-16T10:26:48.831" v="2844" actId="478"/>
          <ac:spMkLst>
            <pc:docMk/>
            <pc:sldMk cId="3964072870" sldId="294"/>
            <ac:spMk id="2" creationId="{036D1614-02B9-BC61-0202-E6F376026F8C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964072870" sldId="294"/>
            <ac:spMk id="2" creationId="{BBD827AE-594E-351C-7C91-A0A076A93303}"/>
          </ac:spMkLst>
        </pc:spChg>
        <pc:spChg chg="mod">
          <ac:chgData name="Kantorska Krystyna" userId="3723c91c-ac7e-41a7-97bb-0f7068af699c" providerId="ADAL" clId="{2E0E2B14-ECC8-4DAF-9346-16E104387F04}" dt="2025-04-16T10:26:09.871" v="2837" actId="115"/>
          <ac:spMkLst>
            <pc:docMk/>
            <pc:sldMk cId="3964072870" sldId="294"/>
            <ac:spMk id="3" creationId="{412078D5-85C7-FBF6-8AFA-127E3876B37B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964072870" sldId="294"/>
            <ac:spMk id="4" creationId="{7856753D-0572-D4ED-8EB8-7AFE26A0EC71}"/>
          </ac:spMkLst>
        </pc:spChg>
        <pc:spChg chg="add mod">
          <ac:chgData name="Kantorska Krystyna" userId="3723c91c-ac7e-41a7-97bb-0f7068af699c" providerId="ADAL" clId="{2E0E2B14-ECC8-4DAF-9346-16E104387F04}" dt="2025-04-16T10:24:08.930" v="2819" actId="1582"/>
          <ac:spMkLst>
            <pc:docMk/>
            <pc:sldMk cId="3964072870" sldId="294"/>
            <ac:spMk id="7" creationId="{DE34ECEE-019A-3E6F-F444-773A953512A6}"/>
          </ac:spMkLst>
        </pc:spChg>
        <pc:spChg chg="add mod">
          <ac:chgData name="Kantorska Krystyna" userId="3723c91c-ac7e-41a7-97bb-0f7068af699c" providerId="ADAL" clId="{2E0E2B14-ECC8-4DAF-9346-16E104387F04}" dt="2025-04-16T10:24:26.027" v="2821" actId="1076"/>
          <ac:spMkLst>
            <pc:docMk/>
            <pc:sldMk cId="3964072870" sldId="294"/>
            <ac:spMk id="8" creationId="{3190FA8F-2A55-D654-6B3F-6685A1DD1E69}"/>
          </ac:spMkLst>
        </pc:spChg>
        <pc:spChg chg="add mod">
          <ac:chgData name="Kantorska Krystyna" userId="3723c91c-ac7e-41a7-97bb-0f7068af699c" providerId="ADAL" clId="{2E0E2B14-ECC8-4DAF-9346-16E104387F04}" dt="2025-04-16T10:26:54.986" v="2845"/>
          <ac:spMkLst>
            <pc:docMk/>
            <pc:sldMk cId="3964072870" sldId="294"/>
            <ac:spMk id="11" creationId="{8B715464-A95A-E481-0233-34EFACB7180B}"/>
          </ac:spMkLst>
        </pc:spChg>
        <pc:picChg chg="add mod">
          <ac:chgData name="Kantorska Krystyna" userId="3723c91c-ac7e-41a7-97bb-0f7068af699c" providerId="ADAL" clId="{2E0E2B14-ECC8-4DAF-9346-16E104387F04}" dt="2025-04-16T10:23:34.930" v="2815" actId="1076"/>
          <ac:picMkLst>
            <pc:docMk/>
            <pc:sldMk cId="3964072870" sldId="294"/>
            <ac:picMk id="6" creationId="{E4852026-914B-76BD-98B1-64D0EEAC5BB9}"/>
          </ac:picMkLst>
        </pc:picChg>
        <pc:picChg chg="add mod">
          <ac:chgData name="Kantorska Krystyna" userId="3723c91c-ac7e-41a7-97bb-0f7068af699c" providerId="ADAL" clId="{2E0E2B14-ECC8-4DAF-9346-16E104387F04}" dt="2025-04-16T10:25:44.393" v="2827" actId="1076"/>
          <ac:picMkLst>
            <pc:docMk/>
            <pc:sldMk cId="3964072870" sldId="294"/>
            <ac:picMk id="10" creationId="{75E49F97-2FB1-C2DA-3ACD-9484E9695E7E}"/>
          </ac:picMkLst>
        </pc:picChg>
      </pc:sldChg>
      <pc:sldChg chg="addSp delSp modSp add mod">
        <pc:chgData name="Kantorska Krystyna" userId="3723c91c-ac7e-41a7-97bb-0f7068af699c" providerId="ADAL" clId="{2E0E2B14-ECC8-4DAF-9346-16E104387F04}" dt="2025-04-17T10:30:11.851" v="3814"/>
        <pc:sldMkLst>
          <pc:docMk/>
          <pc:sldMk cId="468851536" sldId="295"/>
        </pc:sldMkLst>
        <pc:spChg chg="add del mod">
          <ac:chgData name="Kantorska Krystyna" userId="3723c91c-ac7e-41a7-97bb-0f7068af699c" providerId="ADAL" clId="{2E0E2B14-ECC8-4DAF-9346-16E104387F04}" dt="2025-04-16T10:00:09.986" v="2343" actId="478"/>
          <ac:spMkLst>
            <pc:docMk/>
            <pc:sldMk cId="468851536" sldId="295"/>
            <ac:spMk id="2" creationId="{7EB2200A-7039-B038-C2EF-1CA7CA435981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468851536" sldId="295"/>
            <ac:spMk id="2" creationId="{F85F3DF5-4F6F-DAE2-8FF7-50D7433DD97F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468851536" sldId="295"/>
            <ac:spMk id="3" creationId="{F2A61BA8-6C11-6910-713B-0873C29D0893}"/>
          </ac:spMkLst>
        </pc:spChg>
        <pc:spChg chg="mod">
          <ac:chgData name="Kantorska Krystyna" userId="3723c91c-ac7e-41a7-97bb-0f7068af699c" providerId="ADAL" clId="{2E0E2B14-ECC8-4DAF-9346-16E104387F04}" dt="2025-04-16T09:58:15.113" v="2319" actId="14100"/>
          <ac:spMkLst>
            <pc:docMk/>
            <pc:sldMk cId="468851536" sldId="295"/>
            <ac:spMk id="8" creationId="{4F3931DF-EC95-8916-2AF2-7C5963F03EC3}"/>
          </ac:spMkLst>
        </pc:spChg>
        <pc:graphicFrameChg chg="del">
          <ac:chgData name="Kantorska Krystyna" userId="3723c91c-ac7e-41a7-97bb-0f7068af699c" providerId="ADAL" clId="{2E0E2B14-ECC8-4DAF-9346-16E104387F04}" dt="2025-04-16T09:02:45.571" v="2172" actId="478"/>
          <ac:graphicFrameMkLst>
            <pc:docMk/>
            <pc:sldMk cId="468851536" sldId="295"/>
            <ac:graphicFrameMk id="12" creationId="{A0C20FAE-4C68-42E5-93E5-EBB49AAFD9FC}"/>
          </ac:graphicFrameMkLst>
        </pc:graphicFrameChg>
      </pc:sldChg>
      <pc:sldChg chg="addSp delSp modSp add mod">
        <pc:chgData name="Kantorska Krystyna" userId="3723c91c-ac7e-41a7-97bb-0f7068af699c" providerId="ADAL" clId="{2E0E2B14-ECC8-4DAF-9346-16E104387F04}" dt="2025-04-17T10:30:11.851" v="3814"/>
        <pc:sldMkLst>
          <pc:docMk/>
          <pc:sldMk cId="1696058975" sldId="296"/>
        </pc:sldMkLst>
        <pc:spChg chg="add mod ord">
          <ac:chgData name="Kantorska Krystyna" userId="3723c91c-ac7e-41a7-97bb-0f7068af699c" providerId="ADAL" clId="{2E0E2B14-ECC8-4DAF-9346-16E104387F04}" dt="2025-04-16T10:15:45.629" v="2578" actId="14100"/>
          <ac:spMkLst>
            <pc:docMk/>
            <pc:sldMk cId="1696058975" sldId="296"/>
            <ac:spMk id="2" creationId="{F8F972A0-5756-F4F3-003F-A1C539149C35}"/>
          </ac:spMkLst>
        </pc:spChg>
        <pc:spChg chg="add mod">
          <ac:chgData name="Kantorska Krystyna" userId="3723c91c-ac7e-41a7-97bb-0f7068af699c" providerId="ADAL" clId="{2E0E2B14-ECC8-4DAF-9346-16E104387F04}" dt="2025-04-16T10:15:49.376" v="2579" actId="1076"/>
          <ac:spMkLst>
            <pc:docMk/>
            <pc:sldMk cId="1696058975" sldId="296"/>
            <ac:spMk id="3" creationId="{F6CED2DC-B950-8BC2-668D-DB9DA7A1A144}"/>
          </ac:spMkLst>
        </pc:spChg>
        <pc:spChg chg="add mod">
          <ac:chgData name="Kantorska Krystyna" userId="3723c91c-ac7e-41a7-97bb-0f7068af699c" providerId="ADAL" clId="{2E0E2B14-ECC8-4DAF-9346-16E104387F04}" dt="2025-04-16T10:16:27.696" v="2583" actId="207"/>
          <ac:spMkLst>
            <pc:docMk/>
            <pc:sldMk cId="1696058975" sldId="296"/>
            <ac:spMk id="4" creationId="{9BD035B4-B9E9-FD47-EFED-67F09F9F09DB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696058975" sldId="296"/>
            <ac:spMk id="5" creationId="{087C54F2-6884-7373-742E-A385EA04B474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696058975" sldId="296"/>
            <ac:spMk id="6" creationId="{4FAACE8B-F7B4-CB07-8819-05E30730099A}"/>
          </ac:spMkLst>
        </pc:spChg>
        <pc:graphicFrameChg chg="add del mod">
          <ac:chgData name="Kantorska Krystyna" userId="3723c91c-ac7e-41a7-97bb-0f7068af699c" providerId="ADAL" clId="{2E0E2B14-ECC8-4DAF-9346-16E104387F04}" dt="2025-04-16T10:10:30.489" v="2374" actId="478"/>
          <ac:graphicFrameMkLst>
            <pc:docMk/>
            <pc:sldMk cId="1696058975" sldId="296"/>
            <ac:graphicFrameMk id="5" creationId="{AF3690E6-458E-5EF8-795F-957089D00A42}"/>
          </ac:graphicFrameMkLst>
        </pc:graphicFrameChg>
      </pc:sldChg>
      <pc:sldChg chg="addSp delSp modSp add mod">
        <pc:chgData name="Kantorska Krystyna" userId="3723c91c-ac7e-41a7-97bb-0f7068af699c" providerId="ADAL" clId="{2E0E2B14-ECC8-4DAF-9346-16E104387F04}" dt="2025-04-17T10:30:11.851" v="3814"/>
        <pc:sldMkLst>
          <pc:docMk/>
          <pc:sldMk cId="1855186331" sldId="297"/>
        </pc:sldMkLst>
        <pc:spChg chg="mod">
          <ac:chgData name="Kantorska Krystyna" userId="3723c91c-ac7e-41a7-97bb-0f7068af699c" providerId="ADAL" clId="{2E0E2B14-ECC8-4DAF-9346-16E104387F04}" dt="2025-04-16T10:20:19.864" v="2780" actId="14100"/>
          <ac:spMkLst>
            <pc:docMk/>
            <pc:sldMk cId="1855186331" sldId="297"/>
            <ac:spMk id="2" creationId="{F8F972A0-5756-F4F3-003F-A1C539149C35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855186331" sldId="297"/>
            <ac:spMk id="3" creationId="{B6E113AE-4763-33E6-644D-A17FEEDEC685}"/>
          </ac:spMkLst>
        </pc:spChg>
        <pc:spChg chg="del mod">
          <ac:chgData name="Kantorska Krystyna" userId="3723c91c-ac7e-41a7-97bb-0f7068af699c" providerId="ADAL" clId="{2E0E2B14-ECC8-4DAF-9346-16E104387F04}" dt="2025-04-16T10:19:42.399" v="2775" actId="478"/>
          <ac:spMkLst>
            <pc:docMk/>
            <pc:sldMk cId="1855186331" sldId="297"/>
            <ac:spMk id="3" creationId="{F6CED2DC-B950-8BC2-668D-DB9DA7A1A144}"/>
          </ac:spMkLst>
        </pc:spChg>
        <pc:spChg chg="mod">
          <ac:chgData name="Kantorska Krystyna" userId="3723c91c-ac7e-41a7-97bb-0f7068af699c" providerId="ADAL" clId="{2E0E2B14-ECC8-4DAF-9346-16E104387F04}" dt="2025-04-16T10:21:12.919" v="2801" actId="20577"/>
          <ac:spMkLst>
            <pc:docMk/>
            <pc:sldMk cId="1855186331" sldId="297"/>
            <ac:spMk id="4" creationId="{9BD035B4-B9E9-FD47-EFED-67F09F9F09DB}"/>
          </ac:spMkLst>
        </pc:spChg>
        <pc:spChg chg="add mod">
          <ac:chgData name="Kantorska Krystyna" userId="3723c91c-ac7e-41a7-97bb-0f7068af699c" providerId="ADAL" clId="{2E0E2B14-ECC8-4DAF-9346-16E104387F04}" dt="2025-04-16T10:19:49.301" v="2777" actId="1076"/>
          <ac:spMkLst>
            <pc:docMk/>
            <pc:sldMk cId="1855186331" sldId="297"/>
            <ac:spMk id="5" creationId="{CF2F6395-2AC9-2ED4-6B8E-38F58ED27A4F}"/>
          </ac:spMkLst>
        </pc:spChg>
        <pc:spChg chg="add del mod">
          <ac:chgData name="Kantorska Krystyna" userId="3723c91c-ac7e-41a7-97bb-0f7068af699c" providerId="ADAL" clId="{2E0E2B14-ECC8-4DAF-9346-16E104387F04}" dt="2025-04-16T10:20:36.319" v="2782" actId="478"/>
          <ac:spMkLst>
            <pc:docMk/>
            <pc:sldMk cId="1855186331" sldId="297"/>
            <ac:spMk id="6" creationId="{495DB83A-E6D9-35A5-6343-70A94668673A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855186331" sldId="297"/>
            <ac:spMk id="6" creationId="{FDBF8D9B-E454-0035-278D-FE01C3CD30BF}"/>
          </ac:spMkLst>
        </pc:spChg>
        <pc:spChg chg="add del mod">
          <ac:chgData name="Kantorska Krystyna" userId="3723c91c-ac7e-41a7-97bb-0f7068af699c" providerId="ADAL" clId="{2E0E2B14-ECC8-4DAF-9346-16E104387F04}" dt="2025-04-16T10:20:39.241" v="2783" actId="478"/>
          <ac:spMkLst>
            <pc:docMk/>
            <pc:sldMk cId="1855186331" sldId="297"/>
            <ac:spMk id="7" creationId="{0326E277-7059-8BF9-FBF6-73B16ED2D67D}"/>
          </ac:spMkLst>
        </pc:spChg>
        <pc:spChg chg="mod">
          <ac:chgData name="Kantorska Krystyna" userId="3723c91c-ac7e-41a7-97bb-0f7068af699c" providerId="ADAL" clId="{2E0E2B14-ECC8-4DAF-9346-16E104387F04}" dt="2025-04-16T10:07:51.011" v="2369" actId="1076"/>
          <ac:spMkLst>
            <pc:docMk/>
            <pc:sldMk cId="1855186331" sldId="297"/>
            <ac:spMk id="8" creationId="{4F3931DF-EC95-8916-2AF2-7C5963F03EC3}"/>
          </ac:spMkLst>
        </pc:spChg>
      </pc:sldChg>
      <pc:sldChg chg="add del ord">
        <pc:chgData name="Kantorska Krystyna" userId="3723c91c-ac7e-41a7-97bb-0f7068af699c" providerId="ADAL" clId="{2E0E2B14-ECC8-4DAF-9346-16E104387F04}" dt="2025-04-16T10:07:18.035" v="2364" actId="2696"/>
        <pc:sldMkLst>
          <pc:docMk/>
          <pc:sldMk cId="2604511538" sldId="297"/>
        </pc:sldMkLst>
      </pc:sldChg>
      <pc:sldChg chg="addSp delSp modSp add mod">
        <pc:chgData name="Kantorska Krystyna" userId="3723c91c-ac7e-41a7-97bb-0f7068af699c" providerId="ADAL" clId="{2E0E2B14-ECC8-4DAF-9346-16E104387F04}" dt="2025-04-17T10:30:11.851" v="3814"/>
        <pc:sldMkLst>
          <pc:docMk/>
          <pc:sldMk cId="116918664" sldId="298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16918664" sldId="298"/>
            <ac:spMk id="2" creationId="{9861A562-C63E-343A-FA03-3CAC8111A85E}"/>
          </ac:spMkLst>
        </pc:spChg>
        <pc:spChg chg="mod">
          <ac:chgData name="Kantorska Krystyna" userId="3723c91c-ac7e-41a7-97bb-0f7068af699c" providerId="ADAL" clId="{2E0E2B14-ECC8-4DAF-9346-16E104387F04}" dt="2025-04-16T10:27:26.463" v="2863" actId="20577"/>
          <ac:spMkLst>
            <pc:docMk/>
            <pc:sldMk cId="116918664" sldId="298"/>
            <ac:spMk id="3" creationId="{412078D5-85C7-FBF6-8AFA-127E3876B37B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16918664" sldId="298"/>
            <ac:spMk id="4" creationId="{F2015CC9-72A8-2FA9-FA30-320CA48FA7F0}"/>
          </ac:spMkLst>
        </pc:spChg>
        <pc:spChg chg="add mod ord">
          <ac:chgData name="Kantorska Krystyna" userId="3723c91c-ac7e-41a7-97bb-0f7068af699c" providerId="ADAL" clId="{2E0E2B14-ECC8-4DAF-9346-16E104387F04}" dt="2025-04-17T08:59:16.043" v="2932" actId="166"/>
          <ac:spMkLst>
            <pc:docMk/>
            <pc:sldMk cId="116918664" sldId="298"/>
            <ac:spMk id="6" creationId="{7E99958C-1DD2-527E-63A2-AE3FD45997BD}"/>
          </ac:spMkLst>
        </pc:spChg>
        <pc:spChg chg="del">
          <ac:chgData name="Kantorska Krystyna" userId="3723c91c-ac7e-41a7-97bb-0f7068af699c" providerId="ADAL" clId="{2E0E2B14-ECC8-4DAF-9346-16E104387F04}" dt="2025-04-16T10:29:56.654" v="2865" actId="478"/>
          <ac:spMkLst>
            <pc:docMk/>
            <pc:sldMk cId="116918664" sldId="298"/>
            <ac:spMk id="7" creationId="{DE34ECEE-019A-3E6F-F444-773A953512A6}"/>
          </ac:spMkLst>
        </pc:spChg>
        <pc:spChg chg="del">
          <ac:chgData name="Kantorska Krystyna" userId="3723c91c-ac7e-41a7-97bb-0f7068af699c" providerId="ADAL" clId="{2E0E2B14-ECC8-4DAF-9346-16E104387F04}" dt="2025-04-16T10:29:57.484" v="2866" actId="478"/>
          <ac:spMkLst>
            <pc:docMk/>
            <pc:sldMk cId="116918664" sldId="298"/>
            <ac:spMk id="8" creationId="{3190FA8F-2A55-D654-6B3F-6685A1DD1E69}"/>
          </ac:spMkLst>
        </pc:spChg>
        <pc:picChg chg="add del mod">
          <ac:chgData name="Kantorska Krystyna" userId="3723c91c-ac7e-41a7-97bb-0f7068af699c" providerId="ADAL" clId="{2E0E2B14-ECC8-4DAF-9346-16E104387F04}" dt="2025-04-17T08:54:13.252" v="2917" actId="478"/>
          <ac:picMkLst>
            <pc:docMk/>
            <pc:sldMk cId="116918664" sldId="298"/>
            <ac:picMk id="5" creationId="{937E5BF1-2BC4-F2F2-44D6-AD92944F70A0}"/>
          </ac:picMkLst>
        </pc:picChg>
        <pc:picChg chg="del">
          <ac:chgData name="Kantorska Krystyna" userId="3723c91c-ac7e-41a7-97bb-0f7068af699c" providerId="ADAL" clId="{2E0E2B14-ECC8-4DAF-9346-16E104387F04}" dt="2025-04-16T10:29:55.446" v="2864" actId="478"/>
          <ac:picMkLst>
            <pc:docMk/>
            <pc:sldMk cId="116918664" sldId="298"/>
            <ac:picMk id="6" creationId="{E4852026-914B-76BD-98B1-64D0EEAC5BB9}"/>
          </ac:picMkLst>
        </pc:picChg>
        <pc:picChg chg="add del mod">
          <ac:chgData name="Kantorska Krystyna" userId="3723c91c-ac7e-41a7-97bb-0f7068af699c" providerId="ADAL" clId="{2E0E2B14-ECC8-4DAF-9346-16E104387F04}" dt="2025-04-17T08:58:57.952" v="2927" actId="478"/>
          <ac:picMkLst>
            <pc:docMk/>
            <pc:sldMk cId="116918664" sldId="298"/>
            <ac:picMk id="8" creationId="{BF27899B-571D-7F2E-194A-4C577917E51C}"/>
          </ac:picMkLst>
        </pc:picChg>
        <pc:picChg chg="add mod">
          <ac:chgData name="Kantorska Krystyna" userId="3723c91c-ac7e-41a7-97bb-0f7068af699c" providerId="ADAL" clId="{2E0E2B14-ECC8-4DAF-9346-16E104387F04}" dt="2025-04-17T08:59:11.294" v="2930" actId="1076"/>
          <ac:picMkLst>
            <pc:docMk/>
            <pc:sldMk cId="116918664" sldId="298"/>
            <ac:picMk id="10" creationId="{13E01674-9C48-4F78-D16E-8D43ED08A131}"/>
          </ac:picMkLst>
        </pc:picChg>
        <pc:picChg chg="del">
          <ac:chgData name="Kantorska Krystyna" userId="3723c91c-ac7e-41a7-97bb-0f7068af699c" providerId="ADAL" clId="{2E0E2B14-ECC8-4DAF-9346-16E104387F04}" dt="2025-04-16T10:29:58.340" v="2867" actId="478"/>
          <ac:picMkLst>
            <pc:docMk/>
            <pc:sldMk cId="116918664" sldId="298"/>
            <ac:picMk id="10" creationId="{75E49F97-2FB1-C2DA-3ACD-9484E9695E7E}"/>
          </ac:picMkLst>
        </pc:picChg>
      </pc:sldChg>
      <pc:sldChg chg="addSp modSp add mod">
        <pc:chgData name="Kantorska Krystyna" userId="3723c91c-ac7e-41a7-97bb-0f7068af699c" providerId="ADAL" clId="{2E0E2B14-ECC8-4DAF-9346-16E104387F04}" dt="2025-04-17T10:30:11.851" v="3814"/>
        <pc:sldMkLst>
          <pc:docMk/>
          <pc:sldMk cId="2255029305" sldId="299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2255029305" sldId="299"/>
            <ac:spMk id="2" creationId="{3ABA9B89-3827-A730-6588-F2484C57EDF7}"/>
          </ac:spMkLst>
        </pc:spChg>
        <pc:spChg chg="mod">
          <ac:chgData name="Kantorska Krystyna" userId="3723c91c-ac7e-41a7-97bb-0f7068af699c" providerId="ADAL" clId="{2E0E2B14-ECC8-4DAF-9346-16E104387F04}" dt="2025-04-16T10:30:47.680" v="2889" actId="20577"/>
          <ac:spMkLst>
            <pc:docMk/>
            <pc:sldMk cId="2255029305" sldId="299"/>
            <ac:spMk id="3" creationId="{412078D5-85C7-FBF6-8AFA-127E3876B37B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2255029305" sldId="299"/>
            <ac:spMk id="4" creationId="{004595E3-8D55-D30C-1F84-D3BD040062F2}"/>
          </ac:spMkLst>
        </pc:spChg>
        <pc:spChg chg="add mod">
          <ac:chgData name="Kantorska Krystyna" userId="3723c91c-ac7e-41a7-97bb-0f7068af699c" providerId="ADAL" clId="{2E0E2B14-ECC8-4DAF-9346-16E104387F04}" dt="2025-04-17T08:59:32.110" v="2935" actId="1076"/>
          <ac:spMkLst>
            <pc:docMk/>
            <pc:sldMk cId="2255029305" sldId="299"/>
            <ac:spMk id="6" creationId="{AB5188C0-5E40-516E-C593-84E484835217}"/>
          </ac:spMkLst>
        </pc:spChg>
        <pc:spChg chg="add mod">
          <ac:chgData name="Kantorska Krystyna" userId="3723c91c-ac7e-41a7-97bb-0f7068af699c" providerId="ADAL" clId="{2E0E2B14-ECC8-4DAF-9346-16E104387F04}" dt="2025-04-17T08:59:40.647" v="2938" actId="14100"/>
          <ac:spMkLst>
            <pc:docMk/>
            <pc:sldMk cId="2255029305" sldId="299"/>
            <ac:spMk id="7" creationId="{A120F980-0CFB-E1E2-02E2-BFF6FC3EA4FC}"/>
          </ac:spMkLst>
        </pc:spChg>
        <pc:picChg chg="add mod">
          <ac:chgData name="Kantorska Krystyna" userId="3723c91c-ac7e-41a7-97bb-0f7068af699c" providerId="ADAL" clId="{2E0E2B14-ECC8-4DAF-9346-16E104387F04}" dt="2025-04-17T08:57:40.617" v="2926" actId="1076"/>
          <ac:picMkLst>
            <pc:docMk/>
            <pc:sldMk cId="2255029305" sldId="299"/>
            <ac:picMk id="5" creationId="{89E1A498-7BB2-B843-9087-ABE08C363449}"/>
          </ac:picMkLst>
        </pc:picChg>
      </pc:sldChg>
      <pc:sldChg chg="addSp delSp modSp new mod">
        <pc:chgData name="Kantorska Krystyna" userId="3723c91c-ac7e-41a7-97bb-0f7068af699c" providerId="ADAL" clId="{2E0E2B14-ECC8-4DAF-9346-16E104387F04}" dt="2025-04-17T10:30:11.851" v="3814"/>
        <pc:sldMkLst>
          <pc:docMk/>
          <pc:sldMk cId="1774830115" sldId="300"/>
        </pc:sldMkLst>
        <pc:spChg chg="del">
          <ac:chgData name="Kantorska Krystyna" userId="3723c91c-ac7e-41a7-97bb-0f7068af699c" providerId="ADAL" clId="{2E0E2B14-ECC8-4DAF-9346-16E104387F04}" dt="2025-04-17T10:18:01.360" v="3642" actId="478"/>
          <ac:spMkLst>
            <pc:docMk/>
            <pc:sldMk cId="1774830115" sldId="300"/>
            <ac:spMk id="2" creationId="{25338A2C-94DC-BDBC-15AD-009770E5B911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774830115" sldId="300"/>
            <ac:spMk id="2" creationId="{DEF56AD2-8154-6ADC-759D-C13404C8680C}"/>
          </ac:spMkLst>
        </pc:spChg>
        <pc:spChg chg="mod">
          <ac:chgData name="Kantorska Krystyna" userId="3723c91c-ac7e-41a7-97bb-0f7068af699c" providerId="ADAL" clId="{2E0E2B14-ECC8-4DAF-9346-16E104387F04}" dt="2025-04-17T10:19:01.761" v="3679" actId="1076"/>
          <ac:spMkLst>
            <pc:docMk/>
            <pc:sldMk cId="1774830115" sldId="300"/>
            <ac:spMk id="3" creationId="{68C0E4BE-AA0C-ACAE-72E4-E22F5B615B24}"/>
          </ac:spMkLst>
        </pc:spChg>
        <pc:spChg chg="del">
          <ac:chgData name="Kantorska Krystyna" userId="3723c91c-ac7e-41a7-97bb-0f7068af699c" providerId="ADAL" clId="{2E0E2B14-ECC8-4DAF-9346-16E104387F04}" dt="2025-04-17T10:19:30.472" v="3680" actId="478"/>
          <ac:spMkLst>
            <pc:docMk/>
            <pc:sldMk cId="1774830115" sldId="300"/>
            <ac:spMk id="4" creationId="{936DFB12-3155-883F-D6D5-E0C219F0F986}"/>
          </ac:spMkLst>
        </pc:spChg>
        <pc:spChg chg="del mod">
          <ac:chgData name="Kantorska Krystyna" userId="3723c91c-ac7e-41a7-97bb-0f7068af699c" providerId="ADAL" clId="{2E0E2B14-ECC8-4DAF-9346-16E104387F04}" dt="2025-04-17T10:27:22.904" v="3803" actId="478"/>
          <ac:spMkLst>
            <pc:docMk/>
            <pc:sldMk cId="1774830115" sldId="300"/>
            <ac:spMk id="4" creationId="{A695D283-9628-6C7F-108D-1216CF565B7D}"/>
          </ac:spMkLst>
        </pc:spChg>
      </pc:sldChg>
      <pc:sldChg chg="addSp delSp modSp add mod">
        <pc:chgData name="Kantorska Krystyna" userId="3723c91c-ac7e-41a7-97bb-0f7068af699c" providerId="ADAL" clId="{2E0E2B14-ECC8-4DAF-9346-16E104387F04}" dt="2025-04-17T10:30:11.851" v="3814"/>
        <pc:sldMkLst>
          <pc:docMk/>
          <pc:sldMk cId="3261907559" sldId="301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261907559" sldId="301"/>
            <ac:spMk id="2" creationId="{8DC0271A-8195-BFEC-7CDC-D3B948A18109}"/>
          </ac:spMkLst>
        </pc:spChg>
        <pc:spChg chg="mod">
          <ac:chgData name="Kantorska Krystyna" userId="3723c91c-ac7e-41a7-97bb-0f7068af699c" providerId="ADAL" clId="{2E0E2B14-ECC8-4DAF-9346-16E104387F04}" dt="2025-04-17T10:17:15.312" v="3641" actId="20577"/>
          <ac:spMkLst>
            <pc:docMk/>
            <pc:sldMk cId="3261907559" sldId="301"/>
            <ac:spMk id="3" creationId="{412078D5-85C7-FBF6-8AFA-127E3876B37B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261907559" sldId="301"/>
            <ac:spMk id="4" creationId="{D95C69A2-DB81-A3D4-5368-91099FD55E38}"/>
          </ac:spMkLst>
        </pc:spChg>
        <pc:spChg chg="del">
          <ac:chgData name="Kantorska Krystyna" userId="3723c91c-ac7e-41a7-97bb-0f7068af699c" providerId="ADAL" clId="{2E0E2B14-ECC8-4DAF-9346-16E104387F04}" dt="2025-04-17T09:00:31.163" v="2942" actId="478"/>
          <ac:spMkLst>
            <pc:docMk/>
            <pc:sldMk cId="3261907559" sldId="301"/>
            <ac:spMk id="6" creationId="{AB5188C0-5E40-516E-C593-84E484835217}"/>
          </ac:spMkLst>
        </pc:spChg>
        <pc:spChg chg="del">
          <ac:chgData name="Kantorska Krystyna" userId="3723c91c-ac7e-41a7-97bb-0f7068af699c" providerId="ADAL" clId="{2E0E2B14-ECC8-4DAF-9346-16E104387F04}" dt="2025-04-17T09:00:32.004" v="2943" actId="478"/>
          <ac:spMkLst>
            <pc:docMk/>
            <pc:sldMk cId="3261907559" sldId="301"/>
            <ac:spMk id="7" creationId="{A120F980-0CFB-E1E2-02E2-BFF6FC3EA4FC}"/>
          </ac:spMkLst>
        </pc:spChg>
        <pc:spChg chg="add del mod">
          <ac:chgData name="Kantorska Krystyna" userId="3723c91c-ac7e-41a7-97bb-0f7068af699c" providerId="ADAL" clId="{2E0E2B14-ECC8-4DAF-9346-16E104387F04}" dt="2025-04-17T10:04:44.172" v="3157" actId="478"/>
          <ac:spMkLst>
            <pc:docMk/>
            <pc:sldMk cId="3261907559" sldId="301"/>
            <ac:spMk id="9" creationId="{5A0D090E-E9C6-D884-1EC8-CDF97FDEB69F}"/>
          </ac:spMkLst>
        </pc:spChg>
        <pc:spChg chg="mod">
          <ac:chgData name="Kantorska Krystyna" userId="3723c91c-ac7e-41a7-97bb-0f7068af699c" providerId="ADAL" clId="{2E0E2B14-ECC8-4DAF-9346-16E104387F04}" dt="2025-04-17T09:00:39.267" v="2958" actId="20577"/>
          <ac:spMkLst>
            <pc:docMk/>
            <pc:sldMk cId="3261907559" sldId="301"/>
            <ac:spMk id="11" creationId="{8B715464-A95A-E481-0233-34EFACB7180B}"/>
          </ac:spMkLst>
        </pc:spChg>
        <pc:spChg chg="add mod">
          <ac:chgData name="Kantorska Krystyna" userId="3723c91c-ac7e-41a7-97bb-0f7068af699c" providerId="ADAL" clId="{2E0E2B14-ECC8-4DAF-9346-16E104387F04}" dt="2025-04-17T10:14:34.232" v="3471" actId="207"/>
          <ac:spMkLst>
            <pc:docMk/>
            <pc:sldMk cId="3261907559" sldId="301"/>
            <ac:spMk id="14" creationId="{2DCBAC44-0419-5894-7192-18403D4A30A6}"/>
          </ac:spMkLst>
        </pc:spChg>
        <pc:picChg chg="del">
          <ac:chgData name="Kantorska Krystyna" userId="3723c91c-ac7e-41a7-97bb-0f7068af699c" providerId="ADAL" clId="{2E0E2B14-ECC8-4DAF-9346-16E104387F04}" dt="2025-04-17T09:00:30.020" v="2941" actId="478"/>
          <ac:picMkLst>
            <pc:docMk/>
            <pc:sldMk cId="3261907559" sldId="301"/>
            <ac:picMk id="5" creationId="{89E1A498-7BB2-B843-9087-ABE08C363449}"/>
          </ac:picMkLst>
        </pc:picChg>
        <pc:picChg chg="add mod">
          <ac:chgData name="Kantorska Krystyna" userId="3723c91c-ac7e-41a7-97bb-0f7068af699c" providerId="ADAL" clId="{2E0E2B14-ECC8-4DAF-9346-16E104387F04}" dt="2025-04-17T10:14:01.616" v="3464" actId="1076"/>
          <ac:picMkLst>
            <pc:docMk/>
            <pc:sldMk cId="3261907559" sldId="301"/>
            <ac:picMk id="8" creationId="{F97BDF36-341B-E5E2-5944-E5A456A7FFD9}"/>
          </ac:picMkLst>
        </pc:picChg>
        <pc:cxnChg chg="add mod">
          <ac:chgData name="Kantorska Krystyna" userId="3723c91c-ac7e-41a7-97bb-0f7068af699c" providerId="ADAL" clId="{2E0E2B14-ECC8-4DAF-9346-16E104387F04}" dt="2025-04-17T10:14:07.352" v="3466" actId="14100"/>
          <ac:cxnSpMkLst>
            <pc:docMk/>
            <pc:sldMk cId="3261907559" sldId="301"/>
            <ac:cxnSpMk id="12" creationId="{2874C31A-4BAB-5C69-F263-FE5032D816F7}"/>
          </ac:cxnSpMkLst>
        </pc:cxnChg>
      </pc:sldChg>
      <pc:sldChg chg="addSp delSp modSp add mod ord modClrScheme chgLayout">
        <pc:chgData name="Kantorska Krystyna" userId="3723c91c-ac7e-41a7-97bb-0f7068af699c" providerId="ADAL" clId="{2E0E2B14-ECC8-4DAF-9346-16E104387F04}" dt="2025-04-17T10:30:11.851" v="3814"/>
        <pc:sldMkLst>
          <pc:docMk/>
          <pc:sldMk cId="377555141" sldId="302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77555141" sldId="302"/>
            <ac:spMk id="2" creationId="{FC0C1062-134D-B009-6E9E-91ED37E678D9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377555141" sldId="302"/>
            <ac:spMk id="3" creationId="{ED9734BD-FFE8-4C13-4E30-CAC2407FD186}"/>
          </ac:spMkLst>
        </pc:spChg>
        <pc:spChg chg="mod or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4" creationId="{D3BAB818-B9EB-D83C-7023-D92421E144F7}"/>
          </ac:spMkLst>
        </pc:spChg>
        <pc:spChg chg="mod ord modVis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5" creationId="{4F7D42F4-F394-C5DA-F0C9-54942881D014}"/>
          </ac:spMkLst>
        </pc:spChg>
        <pc:spChg chg="add del mo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6" creationId="{B343F957-6CD5-C0E6-EF29-8C3138D421B5}"/>
          </ac:spMkLst>
        </pc:spChg>
        <pc:spChg chg="add del mo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7" creationId="{28A93485-107D-16C7-E562-31853422029E}"/>
          </ac:spMkLst>
        </pc:spChg>
        <pc:spChg chg="mod or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8" creationId="{8EBF1405-2753-4075-868D-511C27E85E1E}"/>
          </ac:spMkLst>
        </pc:spChg>
        <pc:spChg chg="add del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9" creationId="{ED194933-87B7-4288-A968-E5B91DDCAE76}"/>
          </ac:spMkLst>
        </pc:spChg>
        <pc:spChg chg="mod or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10" creationId="{22AAB962-7CE7-4737-AE79-45831A05204E}"/>
          </ac:spMkLst>
        </pc:spChg>
        <pc:spChg chg="add del mo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11" creationId="{02E3BF7B-7731-7144-C351-14EE1E43067C}"/>
          </ac:spMkLst>
        </pc:spChg>
        <pc:spChg chg="add del mo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12" creationId="{5CA93624-C1FC-5318-EEFE-79ADADA46980}"/>
          </ac:spMkLst>
        </pc:spChg>
        <pc:spChg chg="add del mod or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13" creationId="{5B760D25-120B-6039-5242-9BAA132A23A8}"/>
          </ac:spMkLst>
        </pc:spChg>
        <pc:spChg chg="add del mod ord">
          <ac:chgData name="Kantorska Krystyna" userId="3723c91c-ac7e-41a7-97bb-0f7068af699c" providerId="ADAL" clId="{2E0E2B14-ECC8-4DAF-9346-16E104387F04}" dt="2025-04-17T10:30:05.957" v="3811" actId="6264"/>
          <ac:spMkLst>
            <pc:docMk/>
            <pc:sldMk cId="377555141" sldId="302"/>
            <ac:spMk id="14" creationId="{CF9C8C15-8AD6-9CE6-DECC-1F0B47A0DCD0}"/>
          </ac:spMkLst>
        </pc:spChg>
        <pc:spChg chg="add del mod">
          <ac:chgData name="Kantorska Krystyna" userId="3723c91c-ac7e-41a7-97bb-0f7068af699c" providerId="ADAL" clId="{2E0E2B14-ECC8-4DAF-9346-16E104387F04}" dt="2025-04-17T10:28:53.186" v="3805" actId="26606"/>
          <ac:spMkLst>
            <pc:docMk/>
            <pc:sldMk cId="377555141" sldId="302"/>
            <ac:spMk id="15" creationId="{99482924-EE82-DC82-E49A-B0C9906D021E}"/>
          </ac:spMkLst>
        </pc:spChg>
        <pc:spChg chg="add del mod">
          <ac:chgData name="Kantorska Krystyna" userId="3723c91c-ac7e-41a7-97bb-0f7068af699c" providerId="ADAL" clId="{2E0E2B14-ECC8-4DAF-9346-16E104387F04}" dt="2025-04-17T10:28:59.237" v="3807" actId="26606"/>
          <ac:spMkLst>
            <pc:docMk/>
            <pc:sldMk cId="377555141" sldId="302"/>
            <ac:spMk id="17" creationId="{47868286-0563-78EE-81BA-23BB063203A4}"/>
          </ac:spMkLst>
        </pc:spChg>
        <pc:spChg chg="add del mod">
          <ac:chgData name="Kantorska Krystyna" userId="3723c91c-ac7e-41a7-97bb-0f7068af699c" providerId="ADAL" clId="{2E0E2B14-ECC8-4DAF-9346-16E104387F04}" dt="2025-04-17T10:28:59.237" v="3807" actId="26606"/>
          <ac:spMkLst>
            <pc:docMk/>
            <pc:sldMk cId="377555141" sldId="302"/>
            <ac:spMk id="18" creationId="{FF0C7291-A52F-6A2C-9BFA-C2573B287966}"/>
          </ac:spMkLst>
        </pc:spChg>
        <pc:spChg chg="add del mod">
          <ac:chgData name="Kantorska Krystyna" userId="3723c91c-ac7e-41a7-97bb-0f7068af699c" providerId="ADAL" clId="{2E0E2B14-ECC8-4DAF-9346-16E104387F04}" dt="2025-04-17T10:28:59.237" v="3807" actId="26606"/>
          <ac:spMkLst>
            <pc:docMk/>
            <pc:sldMk cId="377555141" sldId="302"/>
            <ac:spMk id="19" creationId="{B3FEE9FE-3C3C-96DE-347C-125E76D56FF0}"/>
          </ac:spMkLst>
        </pc:spChg>
      </pc:sldChg>
      <pc:sldChg chg="addSp modSp add mod ord">
        <pc:chgData name="Kantorska Krystyna" userId="3723c91c-ac7e-41a7-97bb-0f7068af699c" providerId="ADAL" clId="{2E0E2B14-ECC8-4DAF-9346-16E104387F04}" dt="2025-04-17T10:30:11.851" v="3814"/>
        <pc:sldMkLst>
          <pc:docMk/>
          <pc:sldMk cId="877054003" sldId="303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877054003" sldId="303"/>
            <ac:spMk id="2" creationId="{93CEC55C-B644-FFA5-B342-FDA33EF695A5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877054003" sldId="303"/>
            <ac:spMk id="3" creationId="{D5023366-78DB-3DF5-B627-15306E2A1B0B}"/>
          </ac:spMkLst>
        </pc:spChg>
        <pc:spChg chg="mod">
          <ac:chgData name="Kantorska Krystyna" userId="3723c91c-ac7e-41a7-97bb-0f7068af699c" providerId="ADAL" clId="{2E0E2B14-ECC8-4DAF-9346-16E104387F04}" dt="2025-04-17T10:22:41.528" v="3779" actId="20577"/>
          <ac:spMkLst>
            <pc:docMk/>
            <pc:sldMk cId="877054003" sldId="303"/>
            <ac:spMk id="8" creationId="{8EBF1405-2753-4075-868D-511C27E85E1E}"/>
          </ac:spMkLst>
        </pc:spChg>
        <pc:spChg chg="mod">
          <ac:chgData name="Kantorska Krystyna" userId="3723c91c-ac7e-41a7-97bb-0f7068af699c" providerId="ADAL" clId="{2E0E2B14-ECC8-4DAF-9346-16E104387F04}" dt="2025-04-17T10:22:28.129" v="3750" actId="20577"/>
          <ac:spMkLst>
            <pc:docMk/>
            <pc:sldMk cId="877054003" sldId="303"/>
            <ac:spMk id="10" creationId="{22AAB962-7CE7-4737-AE79-45831A05204E}"/>
          </ac:spMkLst>
        </pc:spChg>
      </pc:sldChg>
      <pc:sldChg chg="addSp modSp add mod ord">
        <pc:chgData name="Kantorska Krystyna" userId="3723c91c-ac7e-41a7-97bb-0f7068af699c" providerId="ADAL" clId="{2E0E2B14-ECC8-4DAF-9346-16E104387F04}" dt="2025-04-17T10:30:11.851" v="3814"/>
        <pc:sldMkLst>
          <pc:docMk/>
          <pc:sldMk cId="1518978272" sldId="304"/>
        </pc:sldMkLst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518978272" sldId="304"/>
            <ac:spMk id="2" creationId="{D562159B-B00F-5BAC-43FD-02288E812071}"/>
          </ac:spMkLst>
        </pc:spChg>
        <pc:spChg chg="add">
          <ac:chgData name="Kantorska Krystyna" userId="3723c91c-ac7e-41a7-97bb-0f7068af699c" providerId="ADAL" clId="{2E0E2B14-ECC8-4DAF-9346-16E104387F04}" dt="2025-04-17T10:30:11.851" v="3814"/>
          <ac:spMkLst>
            <pc:docMk/>
            <pc:sldMk cId="1518978272" sldId="304"/>
            <ac:spMk id="3" creationId="{F05BC80C-61E7-5866-B45E-8DA8BFA1D388}"/>
          </ac:spMkLst>
        </pc:spChg>
        <pc:spChg chg="mod">
          <ac:chgData name="Kantorska Krystyna" userId="3723c91c-ac7e-41a7-97bb-0f7068af699c" providerId="ADAL" clId="{2E0E2B14-ECC8-4DAF-9346-16E104387F04}" dt="2025-04-17T10:23:23.721" v="3801" actId="20577"/>
          <ac:spMkLst>
            <pc:docMk/>
            <pc:sldMk cId="1518978272" sldId="304"/>
            <ac:spMk id="8" creationId="{8EBF1405-2753-4075-868D-511C27E85E1E}"/>
          </ac:spMkLst>
        </pc:spChg>
        <pc:spChg chg="mod">
          <ac:chgData name="Kantorska Krystyna" userId="3723c91c-ac7e-41a7-97bb-0f7068af699c" providerId="ADAL" clId="{2E0E2B14-ECC8-4DAF-9346-16E104387F04}" dt="2025-04-17T10:23:14.457" v="3784" actId="20577"/>
          <ac:spMkLst>
            <pc:docMk/>
            <pc:sldMk cId="1518978272" sldId="304"/>
            <ac:spMk id="10" creationId="{22AAB962-7CE7-4737-AE79-45831A05204E}"/>
          </ac:spMkLst>
        </pc:spChg>
      </pc:sldChg>
      <pc:sldMasterChg chg="delSldLayout">
        <pc:chgData name="Kantorska Krystyna" userId="3723c91c-ac7e-41a7-97bb-0f7068af699c" providerId="ADAL" clId="{2E0E2B14-ECC8-4DAF-9346-16E104387F04}" dt="2025-04-17T08:51:42.859" v="2907" actId="2696"/>
        <pc:sldMasterMkLst>
          <pc:docMk/>
          <pc:sldMasterMk cId="1579063165" sldId="2147483648"/>
        </pc:sldMasterMkLst>
        <pc:sldLayoutChg chg="del">
          <pc:chgData name="Kantorska Krystyna" userId="3723c91c-ac7e-41a7-97bb-0f7068af699c" providerId="ADAL" clId="{2E0E2B14-ECC8-4DAF-9346-16E104387F04}" dt="2025-04-17T08:51:42.859" v="2907" actId="2696"/>
          <pc:sldLayoutMkLst>
            <pc:docMk/>
            <pc:sldMasterMk cId="1579063165" sldId="2147483648"/>
            <pc:sldLayoutMk cId="1297560077" sldId="2147483706"/>
          </pc:sldLayoutMkLst>
        </pc:sldLayoutChg>
        <pc:sldLayoutChg chg="del">
          <pc:chgData name="Kantorska Krystyna" userId="3723c91c-ac7e-41a7-97bb-0f7068af699c" providerId="ADAL" clId="{2E0E2B14-ECC8-4DAF-9346-16E104387F04}" dt="2025-04-17T08:51:42.859" v="2907" actId="2696"/>
          <pc:sldLayoutMkLst>
            <pc:docMk/>
            <pc:sldMasterMk cId="1579063165" sldId="2147483648"/>
            <pc:sldLayoutMk cId="3890653935" sldId="214748370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5AA29482-A984-87E1-0BBE-1D4DE5A8D7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9A082AF-8FBA-895A-9657-D38B36DB7F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BD558-88E3-4A0D-9DF0-F26577586B0C}" type="datetimeFigureOut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5287C5D-4B0C-9B19-2D7F-C0D805C463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6016387-125C-DEE9-0E0C-87B2180B09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A85DC-86B3-4901-9AB0-478DEF7D538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85444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43180-B5B9-4DAD-ABBE-F77A099AFA77}" type="datetimeFigureOut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42460-FB40-4307-995F-45F207FD90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17640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4339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rostokąt 24">
            <a:extLst>
              <a:ext uri="{FF2B5EF4-FFF2-40B4-BE49-F238E27FC236}">
                <a16:creationId xmlns:a16="http://schemas.microsoft.com/office/drawing/2014/main" id="{802D704E-2A57-447E-9627-6D6FD132D9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0058F79-8041-40D8-9EC1-8F7BFE3BF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6718" y="1052513"/>
            <a:ext cx="6475858" cy="2457450"/>
          </a:xfrm>
        </p:spPr>
        <p:txBody>
          <a:bodyPr anchor="b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F9DA542-2251-4F0D-9DB8-075D15311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6718" y="3602038"/>
            <a:ext cx="6475858" cy="1655762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40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5A555BB-1E3A-4FF3-8804-7C475BFE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3C72-FDE3-41B2-A00D-266B2A9525C0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1B1F43E-38CB-4B4F-A4D7-7321D8AF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F821BA8-D167-4BC2-B1F2-1AF6F9A9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E1D44607-69A3-41E9-8AE4-F83873C814D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802641" y="2385053"/>
            <a:ext cx="0" cy="20878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" name="Grafika 23">
            <a:extLst>
              <a:ext uri="{FF2B5EF4-FFF2-40B4-BE49-F238E27FC236}">
                <a16:creationId xmlns:a16="http://schemas.microsoft.com/office/drawing/2014/main" id="{69A20FC6-A77F-44E7-B9C6-4E61FD10C082}"/>
              </a:ext>
            </a:extLst>
          </p:cNvPr>
          <p:cNvGrpSpPr/>
          <p:nvPr/>
        </p:nvGrpSpPr>
        <p:grpSpPr>
          <a:xfrm>
            <a:off x="604298" y="2148637"/>
            <a:ext cx="3602322" cy="2568723"/>
            <a:chOff x="604298" y="2148637"/>
            <a:chExt cx="3602322" cy="2568723"/>
          </a:xfrm>
        </p:grpSpPr>
        <p:sp>
          <p:nvSpPr>
            <p:cNvPr id="9" name="Dowolny kształt: kształt 8">
              <a:extLst>
                <a:ext uri="{FF2B5EF4-FFF2-40B4-BE49-F238E27FC236}">
                  <a16:creationId xmlns:a16="http://schemas.microsoft.com/office/drawing/2014/main" id="{8F6AFBA4-592E-4647-9EEC-9DDEC4922796}"/>
                </a:ext>
              </a:extLst>
            </p:cNvPr>
            <p:cNvSpPr/>
            <p:nvPr/>
          </p:nvSpPr>
          <p:spPr>
            <a:xfrm>
              <a:off x="604298" y="2148637"/>
              <a:ext cx="3602322" cy="2568723"/>
            </a:xfrm>
            <a:custGeom>
              <a:avLst/>
              <a:gdLst>
                <a:gd name="connsiteX0" fmla="*/ -345 w 3602322"/>
                <a:gd name="connsiteY0" fmla="*/ 416 h 2568723"/>
                <a:gd name="connsiteX1" fmla="*/ 3601978 w 3602322"/>
                <a:gd name="connsiteY1" fmla="*/ 416 h 2568723"/>
                <a:gd name="connsiteX2" fmla="*/ 3601978 w 3602322"/>
                <a:gd name="connsiteY2" fmla="*/ 2569140 h 2568723"/>
                <a:gd name="connsiteX3" fmla="*/ -344 w 3602322"/>
                <a:gd name="connsiteY3" fmla="*/ 2569140 h 2568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2322" h="2568723">
                  <a:moveTo>
                    <a:pt x="-345" y="416"/>
                  </a:moveTo>
                  <a:lnTo>
                    <a:pt x="3601978" y="416"/>
                  </a:lnTo>
                  <a:lnTo>
                    <a:pt x="3601978" y="2569140"/>
                  </a:lnTo>
                  <a:lnTo>
                    <a:pt x="-344" y="2569140"/>
                  </a:lnTo>
                  <a:close/>
                </a:path>
              </a:pathLst>
            </a:custGeom>
            <a:noFill/>
            <a:ln w="230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l-PL"/>
            </a:p>
          </p:txBody>
        </p:sp>
        <p:grpSp>
          <p:nvGrpSpPr>
            <p:cNvPr id="10" name="Grafika 23">
              <a:extLst>
                <a:ext uri="{FF2B5EF4-FFF2-40B4-BE49-F238E27FC236}">
                  <a16:creationId xmlns:a16="http://schemas.microsoft.com/office/drawing/2014/main" id="{4790C2EF-49E0-45CD-918F-9594D11BCFB1}"/>
                </a:ext>
              </a:extLst>
            </p:cNvPr>
            <p:cNvGrpSpPr/>
            <p:nvPr/>
          </p:nvGrpSpPr>
          <p:grpSpPr>
            <a:xfrm>
              <a:off x="1239203" y="2790591"/>
              <a:ext cx="2332512" cy="1284822"/>
              <a:chOff x="1239203" y="2790591"/>
              <a:chExt cx="2332512" cy="1284822"/>
            </a:xfrm>
          </p:grpSpPr>
          <p:sp>
            <p:nvSpPr>
              <p:cNvPr id="11" name="Dowolny kształt: kształt 10">
                <a:extLst>
                  <a:ext uri="{FF2B5EF4-FFF2-40B4-BE49-F238E27FC236}">
                    <a16:creationId xmlns:a16="http://schemas.microsoft.com/office/drawing/2014/main" id="{A64DE312-DD38-4E1D-9097-709ED54DC034}"/>
                  </a:ext>
                </a:extLst>
              </p:cNvPr>
              <p:cNvSpPr/>
              <p:nvPr/>
            </p:nvSpPr>
            <p:spPr>
              <a:xfrm flipV="1">
                <a:off x="2916102" y="2790591"/>
                <a:ext cx="635777" cy="670742"/>
              </a:xfrm>
              <a:custGeom>
                <a:avLst/>
                <a:gdLst>
                  <a:gd name="connsiteX0" fmla="*/ 479562 w 635777"/>
                  <a:gd name="connsiteY0" fmla="*/ 335010 h 670742"/>
                  <a:gd name="connsiteX1" fmla="*/ 317527 w 635777"/>
                  <a:gd name="connsiteY1" fmla="*/ 536044 h 670742"/>
                  <a:gd name="connsiteX2" fmla="*/ 155656 w 635777"/>
                  <a:gd name="connsiteY2" fmla="*/ 335010 h 670742"/>
                  <a:gd name="connsiteX3" fmla="*/ 317527 w 635777"/>
                  <a:gd name="connsiteY3" fmla="*/ 133829 h 670742"/>
                  <a:gd name="connsiteX4" fmla="*/ 479562 w 635777"/>
                  <a:gd name="connsiteY4" fmla="*/ 335010 h 670742"/>
                  <a:gd name="connsiteX5" fmla="*/ 635901 w 635777"/>
                  <a:gd name="connsiteY5" fmla="*/ 335010 h 670742"/>
                  <a:gd name="connsiteX6" fmla="*/ 314975 w 635777"/>
                  <a:gd name="connsiteY6" fmla="*/ 42 h 670742"/>
                  <a:gd name="connsiteX7" fmla="*/ 124 w 635777"/>
                  <a:gd name="connsiteY7" fmla="*/ 335010 h 670742"/>
                  <a:gd name="connsiteX8" fmla="*/ 320935 w 635777"/>
                  <a:gd name="connsiteY8" fmla="*/ 670785 h 670742"/>
                  <a:gd name="connsiteX9" fmla="*/ 635901 w 635777"/>
                  <a:gd name="connsiteY9" fmla="*/ 335010 h 670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35777" h="670742">
                    <a:moveTo>
                      <a:pt x="479562" y="335010"/>
                    </a:moveTo>
                    <a:cubicBezTo>
                      <a:pt x="479562" y="428020"/>
                      <a:pt x="434489" y="536044"/>
                      <a:pt x="317527" y="536044"/>
                    </a:cubicBezTo>
                    <a:cubicBezTo>
                      <a:pt x="211413" y="536044"/>
                      <a:pt x="155656" y="444910"/>
                      <a:pt x="155656" y="335010"/>
                    </a:cubicBezTo>
                    <a:cubicBezTo>
                      <a:pt x="155656" y="211463"/>
                      <a:pt x="224533" y="133829"/>
                      <a:pt x="317527" y="133829"/>
                    </a:cubicBezTo>
                    <a:cubicBezTo>
                      <a:pt x="434489" y="133829"/>
                      <a:pt x="479562" y="240766"/>
                      <a:pt x="479562" y="335010"/>
                    </a:cubicBezTo>
                    <a:moveTo>
                      <a:pt x="635901" y="335010"/>
                    </a:moveTo>
                    <a:cubicBezTo>
                      <a:pt x="635901" y="140035"/>
                      <a:pt x="506000" y="42"/>
                      <a:pt x="314975" y="42"/>
                    </a:cubicBezTo>
                    <a:cubicBezTo>
                      <a:pt x="134453" y="42"/>
                      <a:pt x="124" y="128577"/>
                      <a:pt x="124" y="335010"/>
                    </a:cubicBezTo>
                    <a:cubicBezTo>
                      <a:pt x="124" y="556720"/>
                      <a:pt x="159426" y="670785"/>
                      <a:pt x="320935" y="670785"/>
                    </a:cubicBezTo>
                    <a:cubicBezTo>
                      <a:pt x="475891" y="670785"/>
                      <a:pt x="635901" y="562498"/>
                      <a:pt x="635901" y="335010"/>
                    </a:cubicBezTo>
                  </a:path>
                </a:pathLst>
              </a:custGeom>
              <a:solidFill>
                <a:schemeClr val="accent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2" name="Dowolny kształt: kształt 11">
                <a:extLst>
                  <a:ext uri="{FF2B5EF4-FFF2-40B4-BE49-F238E27FC236}">
                    <a16:creationId xmlns:a16="http://schemas.microsoft.com/office/drawing/2014/main" id="{E446483E-F007-4406-B951-3D73E1FB79CF}"/>
                  </a:ext>
                </a:extLst>
              </p:cNvPr>
              <p:cNvSpPr/>
              <p:nvPr/>
            </p:nvSpPr>
            <p:spPr>
              <a:xfrm flipV="1">
                <a:off x="2308408" y="2790722"/>
                <a:ext cx="550455" cy="669952"/>
              </a:xfrm>
              <a:custGeom>
                <a:avLst/>
                <a:gdLst>
                  <a:gd name="connsiteX0" fmla="*/ 550558 w 550455"/>
                  <a:gd name="connsiteY0" fmla="*/ 60244 h 669952"/>
                  <a:gd name="connsiteX1" fmla="*/ 322214 w 550455"/>
                  <a:gd name="connsiteY1" fmla="*/ 26 h 669952"/>
                  <a:gd name="connsiteX2" fmla="*/ 103 w 550455"/>
                  <a:gd name="connsiteY2" fmla="*/ 330532 h 669952"/>
                  <a:gd name="connsiteX3" fmla="*/ 333968 w 550455"/>
                  <a:gd name="connsiteY3" fmla="*/ 669978 h 669952"/>
                  <a:gd name="connsiteX4" fmla="*/ 541224 w 550455"/>
                  <a:gd name="connsiteY4" fmla="*/ 628379 h 669952"/>
                  <a:gd name="connsiteX5" fmla="*/ 486406 w 550455"/>
                  <a:gd name="connsiteY5" fmla="*/ 502280 h 669952"/>
                  <a:gd name="connsiteX6" fmla="*/ 343252 w 550455"/>
                  <a:gd name="connsiteY6" fmla="*/ 529426 h 669952"/>
                  <a:gd name="connsiteX7" fmla="*/ 160360 w 550455"/>
                  <a:gd name="connsiteY7" fmla="*/ 334599 h 669952"/>
                  <a:gd name="connsiteX8" fmla="*/ 331136 w 550455"/>
                  <a:gd name="connsiteY8" fmla="*/ 133697 h 669952"/>
                  <a:gd name="connsiteX9" fmla="*/ 409034 w 550455"/>
                  <a:gd name="connsiteY9" fmla="*/ 147854 h 669952"/>
                  <a:gd name="connsiteX10" fmla="*/ 409034 w 550455"/>
                  <a:gd name="connsiteY10" fmla="*/ 261260 h 669952"/>
                  <a:gd name="connsiteX11" fmla="*/ 298739 w 550455"/>
                  <a:gd name="connsiteY11" fmla="*/ 261260 h 669952"/>
                  <a:gd name="connsiteX12" fmla="*/ 298887 w 550455"/>
                  <a:gd name="connsiteY12" fmla="*/ 389680 h 669952"/>
                  <a:gd name="connsiteX13" fmla="*/ 550393 w 550455"/>
                  <a:gd name="connsiteY13" fmla="*/ 389680 h 669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50455" h="669952">
                    <a:moveTo>
                      <a:pt x="550558" y="60244"/>
                    </a:moveTo>
                    <a:cubicBezTo>
                      <a:pt x="512333" y="34876"/>
                      <a:pt x="431735" y="26"/>
                      <a:pt x="322214" y="26"/>
                    </a:cubicBezTo>
                    <a:cubicBezTo>
                      <a:pt x="106628" y="26"/>
                      <a:pt x="103" y="148661"/>
                      <a:pt x="103" y="330532"/>
                    </a:cubicBezTo>
                    <a:cubicBezTo>
                      <a:pt x="103" y="535105"/>
                      <a:pt x="144672" y="669978"/>
                      <a:pt x="333968" y="669978"/>
                    </a:cubicBezTo>
                    <a:cubicBezTo>
                      <a:pt x="427653" y="669978"/>
                      <a:pt x="487772" y="654586"/>
                      <a:pt x="541224" y="628379"/>
                    </a:cubicBezTo>
                    <a:lnTo>
                      <a:pt x="486406" y="502280"/>
                    </a:lnTo>
                    <a:cubicBezTo>
                      <a:pt x="445942" y="519285"/>
                      <a:pt x="398910" y="529426"/>
                      <a:pt x="343252" y="529426"/>
                    </a:cubicBezTo>
                    <a:cubicBezTo>
                      <a:pt x="206651" y="529426"/>
                      <a:pt x="160360" y="447610"/>
                      <a:pt x="160360" y="334599"/>
                    </a:cubicBezTo>
                    <a:cubicBezTo>
                      <a:pt x="160360" y="212665"/>
                      <a:pt x="222570" y="133697"/>
                      <a:pt x="331136" y="133697"/>
                    </a:cubicBezTo>
                    <a:cubicBezTo>
                      <a:pt x="370316" y="133697"/>
                      <a:pt x="399717" y="142059"/>
                      <a:pt x="409034" y="147854"/>
                    </a:cubicBezTo>
                    <a:lnTo>
                      <a:pt x="409034" y="261260"/>
                    </a:lnTo>
                    <a:lnTo>
                      <a:pt x="298739" y="261260"/>
                    </a:lnTo>
                    <a:lnTo>
                      <a:pt x="298887" y="389680"/>
                    </a:lnTo>
                    <a:lnTo>
                      <a:pt x="550393" y="389680"/>
                    </a:lnTo>
                  </a:path>
                </a:pathLst>
              </a:custGeom>
              <a:solidFill>
                <a:schemeClr val="accent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3" name="Dowolny kształt: kształt 12">
                <a:extLst>
                  <a:ext uri="{FF2B5EF4-FFF2-40B4-BE49-F238E27FC236}">
                    <a16:creationId xmlns:a16="http://schemas.microsoft.com/office/drawing/2014/main" id="{46CAE64F-2BE4-4E1B-9AB7-85EB88079ECE}"/>
                  </a:ext>
                </a:extLst>
              </p:cNvPr>
              <p:cNvSpPr/>
              <p:nvPr/>
            </p:nvSpPr>
            <p:spPr>
              <a:xfrm flipV="1">
                <a:off x="1788457" y="2792204"/>
                <a:ext cx="512510" cy="657918"/>
              </a:xfrm>
              <a:custGeom>
                <a:avLst/>
                <a:gdLst>
                  <a:gd name="connsiteX0" fmla="*/ 321799 w 512510"/>
                  <a:gd name="connsiteY0" fmla="*/ 438151 h 657918"/>
                  <a:gd name="connsiteX1" fmla="*/ 292497 w 512510"/>
                  <a:gd name="connsiteY1" fmla="*/ 501743 h 657918"/>
                  <a:gd name="connsiteX2" fmla="*/ 213792 w 512510"/>
                  <a:gd name="connsiteY2" fmla="*/ 525103 h 657918"/>
                  <a:gd name="connsiteX3" fmla="*/ 187865 w 512510"/>
                  <a:gd name="connsiteY3" fmla="*/ 524691 h 657918"/>
                  <a:gd name="connsiteX4" fmla="*/ 150611 w 512510"/>
                  <a:gd name="connsiteY4" fmla="*/ 521333 h 657918"/>
                  <a:gd name="connsiteX5" fmla="*/ 150611 w 512510"/>
                  <a:gd name="connsiteY5" fmla="*/ 336235 h 657918"/>
                  <a:gd name="connsiteX6" fmla="*/ 198400 w 512510"/>
                  <a:gd name="connsiteY6" fmla="*/ 334062 h 657918"/>
                  <a:gd name="connsiteX7" fmla="*/ 289007 w 512510"/>
                  <a:gd name="connsiteY7" fmla="*/ 360500 h 657918"/>
                  <a:gd name="connsiteX8" fmla="*/ 321799 w 512510"/>
                  <a:gd name="connsiteY8" fmla="*/ 438151 h 657918"/>
                  <a:gd name="connsiteX9" fmla="*/ 334080 w 512510"/>
                  <a:gd name="connsiteY9" fmla="*/ 49 h 657918"/>
                  <a:gd name="connsiteX10" fmla="*/ 247292 w 512510"/>
                  <a:gd name="connsiteY10" fmla="*/ 175418 h 657918"/>
                  <a:gd name="connsiteX11" fmla="*/ 202977 w 512510"/>
                  <a:gd name="connsiteY11" fmla="*/ 214285 h 657918"/>
                  <a:gd name="connsiteX12" fmla="*/ 150611 w 512510"/>
                  <a:gd name="connsiteY12" fmla="*/ 214713 h 657918"/>
                  <a:gd name="connsiteX13" fmla="*/ 150611 w 512510"/>
                  <a:gd name="connsiteY13" fmla="*/ 49 h 657918"/>
                  <a:gd name="connsiteX14" fmla="*/ 66 w 512510"/>
                  <a:gd name="connsiteY14" fmla="*/ 49 h 657918"/>
                  <a:gd name="connsiteX15" fmla="*/ 66 w 512510"/>
                  <a:gd name="connsiteY15" fmla="*/ 642411 h 657918"/>
                  <a:gd name="connsiteX16" fmla="*/ 87661 w 512510"/>
                  <a:gd name="connsiteY16" fmla="*/ 653358 h 657918"/>
                  <a:gd name="connsiteX17" fmla="*/ 191355 w 512510"/>
                  <a:gd name="connsiteY17" fmla="*/ 657967 h 657918"/>
                  <a:gd name="connsiteX18" fmla="*/ 320581 w 512510"/>
                  <a:gd name="connsiteY18" fmla="*/ 641357 h 657918"/>
                  <a:gd name="connsiteX19" fmla="*/ 407270 w 512510"/>
                  <a:gd name="connsiteY19" fmla="*/ 595182 h 657918"/>
                  <a:gd name="connsiteX20" fmla="*/ 456837 w 512510"/>
                  <a:gd name="connsiteY20" fmla="*/ 524955 h 657918"/>
                  <a:gd name="connsiteX21" fmla="*/ 472739 w 512510"/>
                  <a:gd name="connsiteY21" fmla="*/ 441822 h 657918"/>
                  <a:gd name="connsiteX22" fmla="*/ 442646 w 512510"/>
                  <a:gd name="connsiteY22" fmla="*/ 332729 h 657918"/>
                  <a:gd name="connsiteX23" fmla="*/ 361226 w 512510"/>
                  <a:gd name="connsiteY23" fmla="*/ 254551 h 657918"/>
                  <a:gd name="connsiteX24" fmla="*/ 361226 w 512510"/>
                  <a:gd name="connsiteY24" fmla="*/ 251834 h 657918"/>
                  <a:gd name="connsiteX25" fmla="*/ 512577 w 512510"/>
                  <a:gd name="connsiteY25" fmla="*/ 49 h 657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12510" h="657918">
                    <a:moveTo>
                      <a:pt x="321799" y="438151"/>
                    </a:moveTo>
                    <a:cubicBezTo>
                      <a:pt x="321799" y="465165"/>
                      <a:pt x="312070" y="487026"/>
                      <a:pt x="292497" y="501743"/>
                    </a:cubicBezTo>
                    <a:cubicBezTo>
                      <a:pt x="273072" y="517135"/>
                      <a:pt x="246337" y="524576"/>
                      <a:pt x="213792" y="525103"/>
                    </a:cubicBezTo>
                    <a:cubicBezTo>
                      <a:pt x="210154" y="525235"/>
                      <a:pt x="196244" y="525103"/>
                      <a:pt x="187865" y="524691"/>
                    </a:cubicBezTo>
                    <a:cubicBezTo>
                      <a:pt x="179502" y="524576"/>
                      <a:pt x="157509" y="522535"/>
                      <a:pt x="150611" y="521333"/>
                    </a:cubicBezTo>
                    <a:lnTo>
                      <a:pt x="150611" y="336235"/>
                    </a:lnTo>
                    <a:cubicBezTo>
                      <a:pt x="160587" y="334984"/>
                      <a:pt x="181527" y="334062"/>
                      <a:pt x="198400" y="334062"/>
                    </a:cubicBezTo>
                    <a:cubicBezTo>
                      <a:pt x="234337" y="334062"/>
                      <a:pt x="267952" y="343906"/>
                      <a:pt x="289007" y="360500"/>
                    </a:cubicBezTo>
                    <a:cubicBezTo>
                      <a:pt x="310457" y="377538"/>
                      <a:pt x="321799" y="405079"/>
                      <a:pt x="321799" y="438151"/>
                    </a:cubicBezTo>
                    <a:moveTo>
                      <a:pt x="334080" y="49"/>
                    </a:moveTo>
                    <a:cubicBezTo>
                      <a:pt x="312762" y="78078"/>
                      <a:pt x="276842" y="137473"/>
                      <a:pt x="247292" y="175418"/>
                    </a:cubicBezTo>
                    <a:cubicBezTo>
                      <a:pt x="222435" y="207535"/>
                      <a:pt x="202977" y="214285"/>
                      <a:pt x="202977" y="214285"/>
                    </a:cubicBezTo>
                    <a:cubicBezTo>
                      <a:pt x="182992" y="213906"/>
                      <a:pt x="168966" y="213906"/>
                      <a:pt x="150611" y="214713"/>
                    </a:cubicBezTo>
                    <a:lnTo>
                      <a:pt x="150611" y="49"/>
                    </a:lnTo>
                    <a:lnTo>
                      <a:pt x="66" y="49"/>
                    </a:lnTo>
                    <a:lnTo>
                      <a:pt x="66" y="642411"/>
                    </a:lnTo>
                    <a:cubicBezTo>
                      <a:pt x="31789" y="647432"/>
                      <a:pt x="54457" y="650280"/>
                      <a:pt x="87661" y="653358"/>
                    </a:cubicBezTo>
                    <a:cubicBezTo>
                      <a:pt x="118346" y="656206"/>
                      <a:pt x="152883" y="657967"/>
                      <a:pt x="191355" y="657967"/>
                    </a:cubicBezTo>
                    <a:cubicBezTo>
                      <a:pt x="242008" y="657967"/>
                      <a:pt x="285221" y="652436"/>
                      <a:pt x="320581" y="641357"/>
                    </a:cubicBezTo>
                    <a:cubicBezTo>
                      <a:pt x="355958" y="629999"/>
                      <a:pt x="384733" y="614755"/>
                      <a:pt x="407270" y="595182"/>
                    </a:cubicBezTo>
                    <a:cubicBezTo>
                      <a:pt x="430349" y="575723"/>
                      <a:pt x="446828" y="551426"/>
                      <a:pt x="456837" y="524955"/>
                    </a:cubicBezTo>
                    <a:cubicBezTo>
                      <a:pt x="467339" y="498896"/>
                      <a:pt x="472739" y="471239"/>
                      <a:pt x="472739" y="441822"/>
                    </a:cubicBezTo>
                    <a:cubicBezTo>
                      <a:pt x="472739" y="402906"/>
                      <a:pt x="463158" y="365109"/>
                      <a:pt x="442646" y="332729"/>
                    </a:cubicBezTo>
                    <a:cubicBezTo>
                      <a:pt x="424143" y="304085"/>
                      <a:pt x="393228" y="274782"/>
                      <a:pt x="361226" y="254551"/>
                    </a:cubicBezTo>
                    <a:lnTo>
                      <a:pt x="361226" y="251834"/>
                    </a:lnTo>
                    <a:cubicBezTo>
                      <a:pt x="432786" y="219009"/>
                      <a:pt x="473299" y="113719"/>
                      <a:pt x="512577" y="49"/>
                    </a:cubicBezTo>
                  </a:path>
                </a:pathLst>
              </a:custGeom>
              <a:solidFill>
                <a:schemeClr val="accent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4" name="Dowolny kształt: kształt 13">
                <a:extLst>
                  <a:ext uri="{FF2B5EF4-FFF2-40B4-BE49-F238E27FC236}">
                    <a16:creationId xmlns:a16="http://schemas.microsoft.com/office/drawing/2014/main" id="{2D2DEAAD-21C7-4778-B60E-87BC08B7DE62}"/>
                  </a:ext>
                </a:extLst>
              </p:cNvPr>
              <p:cNvSpPr/>
              <p:nvPr/>
            </p:nvSpPr>
            <p:spPr>
              <a:xfrm flipV="1">
                <a:off x="1259600" y="2801274"/>
                <a:ext cx="454218" cy="648864"/>
              </a:xfrm>
              <a:custGeom>
                <a:avLst/>
                <a:gdLst>
                  <a:gd name="connsiteX0" fmla="*/ 24 w 454218"/>
                  <a:gd name="connsiteY0" fmla="*/ 153803 h 648864"/>
                  <a:gd name="connsiteX1" fmla="*/ 24 w 454218"/>
                  <a:gd name="connsiteY1" fmla="*/ 648897 h 648864"/>
                  <a:gd name="connsiteX2" fmla="*/ 442078 w 454218"/>
                  <a:gd name="connsiteY2" fmla="*/ 648897 h 648864"/>
                  <a:gd name="connsiteX3" fmla="*/ 442209 w 454218"/>
                  <a:gd name="connsiteY3" fmla="*/ 510781 h 648864"/>
                  <a:gd name="connsiteX4" fmla="*/ 150717 w 454218"/>
                  <a:gd name="connsiteY4" fmla="*/ 510781 h 648864"/>
                  <a:gd name="connsiteX5" fmla="*/ 150717 w 454218"/>
                  <a:gd name="connsiteY5" fmla="*/ 399794 h 648864"/>
                  <a:gd name="connsiteX6" fmla="*/ 397367 w 454218"/>
                  <a:gd name="connsiteY6" fmla="*/ 399794 h 648864"/>
                  <a:gd name="connsiteX7" fmla="*/ 397515 w 454218"/>
                  <a:gd name="connsiteY7" fmla="*/ 268691 h 648864"/>
                  <a:gd name="connsiteX8" fmla="*/ 150717 w 454218"/>
                  <a:gd name="connsiteY8" fmla="*/ 268691 h 648864"/>
                  <a:gd name="connsiteX9" fmla="*/ 150717 w 454218"/>
                  <a:gd name="connsiteY9" fmla="*/ 199320 h 648864"/>
                  <a:gd name="connsiteX10" fmla="*/ 209569 w 454218"/>
                  <a:gd name="connsiteY10" fmla="*/ 137193 h 648864"/>
                  <a:gd name="connsiteX11" fmla="*/ 453963 w 454218"/>
                  <a:gd name="connsiteY11" fmla="*/ 137193 h 648864"/>
                  <a:gd name="connsiteX12" fmla="*/ 454243 w 454218"/>
                  <a:gd name="connsiteY12" fmla="*/ 32 h 648864"/>
                  <a:gd name="connsiteX13" fmla="*/ 152726 w 454218"/>
                  <a:gd name="connsiteY13" fmla="*/ 32 h 648864"/>
                  <a:gd name="connsiteX14" fmla="*/ 24 w 454218"/>
                  <a:gd name="connsiteY14" fmla="*/ 153803 h 648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54218" h="648864">
                    <a:moveTo>
                      <a:pt x="24" y="153803"/>
                    </a:moveTo>
                    <a:lnTo>
                      <a:pt x="24" y="648897"/>
                    </a:lnTo>
                    <a:lnTo>
                      <a:pt x="442078" y="648897"/>
                    </a:lnTo>
                    <a:lnTo>
                      <a:pt x="442209" y="510781"/>
                    </a:lnTo>
                    <a:lnTo>
                      <a:pt x="150717" y="510781"/>
                    </a:lnTo>
                    <a:lnTo>
                      <a:pt x="150717" y="399794"/>
                    </a:lnTo>
                    <a:lnTo>
                      <a:pt x="397367" y="399794"/>
                    </a:lnTo>
                    <a:lnTo>
                      <a:pt x="397515" y="268691"/>
                    </a:lnTo>
                    <a:lnTo>
                      <a:pt x="150717" y="268691"/>
                    </a:lnTo>
                    <a:lnTo>
                      <a:pt x="150717" y="199320"/>
                    </a:lnTo>
                    <a:cubicBezTo>
                      <a:pt x="150717" y="155696"/>
                      <a:pt x="176217" y="137193"/>
                      <a:pt x="209569" y="137193"/>
                    </a:cubicBezTo>
                    <a:lnTo>
                      <a:pt x="453963" y="137193"/>
                    </a:lnTo>
                    <a:lnTo>
                      <a:pt x="454243" y="32"/>
                    </a:lnTo>
                    <a:lnTo>
                      <a:pt x="152726" y="32"/>
                    </a:lnTo>
                    <a:cubicBezTo>
                      <a:pt x="39714" y="32"/>
                      <a:pt x="24" y="52134"/>
                      <a:pt x="24" y="153803"/>
                    </a:cubicBezTo>
                  </a:path>
                </a:pathLst>
              </a:custGeom>
              <a:solidFill>
                <a:schemeClr val="accent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5" name="Dowolny kształt: kształt 14">
                <a:extLst>
                  <a:ext uri="{FF2B5EF4-FFF2-40B4-BE49-F238E27FC236}">
                    <a16:creationId xmlns:a16="http://schemas.microsoft.com/office/drawing/2014/main" id="{13FE8A9F-703A-47D9-B8A5-1BD607CBD0B1}"/>
                  </a:ext>
                </a:extLst>
              </p:cNvPr>
              <p:cNvSpPr/>
              <p:nvPr/>
            </p:nvSpPr>
            <p:spPr>
              <a:xfrm flipV="1">
                <a:off x="3510296" y="3539791"/>
                <a:ext cx="6502" cy="6469"/>
              </a:xfrm>
              <a:custGeom>
                <a:avLst/>
                <a:gdLst>
                  <a:gd name="connsiteX0" fmla="*/ 6629 w 6502"/>
                  <a:gd name="connsiteY0" fmla="*/ 3287 h 6469"/>
                  <a:gd name="connsiteX1" fmla="*/ 3353 w 6502"/>
                  <a:gd name="connsiteY1" fmla="*/ 60 h 6469"/>
                  <a:gd name="connsiteX2" fmla="*/ 126 w 6502"/>
                  <a:gd name="connsiteY2" fmla="*/ 3287 h 6469"/>
                  <a:gd name="connsiteX3" fmla="*/ 3353 w 6502"/>
                  <a:gd name="connsiteY3" fmla="*/ 6530 h 6469"/>
                  <a:gd name="connsiteX4" fmla="*/ 6629 w 6502"/>
                  <a:gd name="connsiteY4" fmla="*/ 3287 h 6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02" h="6469">
                    <a:moveTo>
                      <a:pt x="6629" y="3287"/>
                    </a:moveTo>
                    <a:cubicBezTo>
                      <a:pt x="6629" y="1542"/>
                      <a:pt x="5131" y="60"/>
                      <a:pt x="3353" y="60"/>
                    </a:cubicBezTo>
                    <a:cubicBezTo>
                      <a:pt x="1460" y="60"/>
                      <a:pt x="126" y="1542"/>
                      <a:pt x="126" y="3287"/>
                    </a:cubicBezTo>
                    <a:cubicBezTo>
                      <a:pt x="126" y="5048"/>
                      <a:pt x="1460" y="6530"/>
                      <a:pt x="3353" y="6530"/>
                    </a:cubicBezTo>
                    <a:cubicBezTo>
                      <a:pt x="5131" y="6530"/>
                      <a:pt x="6629" y="5048"/>
                      <a:pt x="6629" y="3287"/>
                    </a:cubicBezTo>
                  </a:path>
                </a:pathLst>
              </a:custGeom>
              <a:solidFill>
                <a:srgbClr val="58595B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6" name="Dowolny kształt: kształt 15">
                <a:extLst>
                  <a:ext uri="{FF2B5EF4-FFF2-40B4-BE49-F238E27FC236}">
                    <a16:creationId xmlns:a16="http://schemas.microsoft.com/office/drawing/2014/main" id="{E1DBDE24-1BFE-4888-B290-CE12EAE9124B}"/>
                  </a:ext>
                </a:extLst>
              </p:cNvPr>
              <p:cNvSpPr/>
              <p:nvPr/>
            </p:nvSpPr>
            <p:spPr>
              <a:xfrm flipV="1">
                <a:off x="3460729" y="3539922"/>
                <a:ext cx="105043" cy="105043"/>
              </a:xfrm>
              <a:custGeom>
                <a:avLst/>
                <a:gdLst>
                  <a:gd name="connsiteX0" fmla="*/ 40210 w 105043"/>
                  <a:gd name="connsiteY0" fmla="*/ 77287 h 105043"/>
                  <a:gd name="connsiteX1" fmla="*/ 55339 w 105043"/>
                  <a:gd name="connsiteY1" fmla="*/ 77287 h 105043"/>
                  <a:gd name="connsiteX2" fmla="*/ 70187 w 105043"/>
                  <a:gd name="connsiteY2" fmla="*/ 66900 h 105043"/>
                  <a:gd name="connsiteX3" fmla="*/ 64261 w 105043"/>
                  <a:gd name="connsiteY3" fmla="*/ 57171 h 105043"/>
                  <a:gd name="connsiteX4" fmla="*/ 51454 w 105043"/>
                  <a:gd name="connsiteY4" fmla="*/ 55574 h 105043"/>
                  <a:gd name="connsiteX5" fmla="*/ 40210 w 105043"/>
                  <a:gd name="connsiteY5" fmla="*/ 55574 h 105043"/>
                  <a:gd name="connsiteX6" fmla="*/ 53742 w 105043"/>
                  <a:gd name="connsiteY6" fmla="*/ 49203 h 105043"/>
                  <a:gd name="connsiteX7" fmla="*/ 71307 w 105043"/>
                  <a:gd name="connsiteY7" fmla="*/ 21530 h 105043"/>
                  <a:gd name="connsiteX8" fmla="*/ 80196 w 105043"/>
                  <a:gd name="connsiteY8" fmla="*/ 21530 h 105043"/>
                  <a:gd name="connsiteX9" fmla="*/ 61693 w 105043"/>
                  <a:gd name="connsiteY9" fmla="*/ 49203 h 105043"/>
                  <a:gd name="connsiteX10" fmla="*/ 77365 w 105043"/>
                  <a:gd name="connsiteY10" fmla="*/ 66636 h 105043"/>
                  <a:gd name="connsiteX11" fmla="*/ 57117 w 105043"/>
                  <a:gd name="connsiteY11" fmla="*/ 83773 h 105043"/>
                  <a:gd name="connsiteX12" fmla="*/ 32934 w 105043"/>
                  <a:gd name="connsiteY12" fmla="*/ 83773 h 105043"/>
                  <a:gd name="connsiteX13" fmla="*/ 32934 w 105043"/>
                  <a:gd name="connsiteY13" fmla="*/ 21530 h 105043"/>
                  <a:gd name="connsiteX14" fmla="*/ 40210 w 105043"/>
                  <a:gd name="connsiteY14" fmla="*/ 21530 h 105043"/>
                  <a:gd name="connsiteX15" fmla="*/ 40210 w 105043"/>
                  <a:gd name="connsiteY15" fmla="*/ 49203 h 105043"/>
                  <a:gd name="connsiteX16" fmla="*/ 89777 w 105043"/>
                  <a:gd name="connsiteY16" fmla="*/ 15604 h 105043"/>
                  <a:gd name="connsiteX17" fmla="*/ 105169 w 105043"/>
                  <a:gd name="connsiteY17" fmla="*/ 52726 h 105043"/>
                  <a:gd name="connsiteX18" fmla="*/ 89777 w 105043"/>
                  <a:gd name="connsiteY18" fmla="*/ 89848 h 105043"/>
                  <a:gd name="connsiteX19" fmla="*/ 52787 w 105043"/>
                  <a:gd name="connsiteY19" fmla="*/ 105108 h 105043"/>
                  <a:gd name="connsiteX20" fmla="*/ 15534 w 105043"/>
                  <a:gd name="connsiteY20" fmla="*/ 89848 h 105043"/>
                  <a:gd name="connsiteX21" fmla="*/ 125 w 105043"/>
                  <a:gd name="connsiteY21" fmla="*/ 52726 h 105043"/>
                  <a:gd name="connsiteX22" fmla="*/ 15534 w 105043"/>
                  <a:gd name="connsiteY22" fmla="*/ 15604 h 105043"/>
                  <a:gd name="connsiteX23" fmla="*/ 52787 w 105043"/>
                  <a:gd name="connsiteY23" fmla="*/ 64 h 105043"/>
                  <a:gd name="connsiteX24" fmla="*/ 89777 w 105043"/>
                  <a:gd name="connsiteY24" fmla="*/ 15604 h 105043"/>
                  <a:gd name="connsiteX25" fmla="*/ 85069 w 105043"/>
                  <a:gd name="connsiteY25" fmla="*/ 19917 h 105043"/>
                  <a:gd name="connsiteX26" fmla="*/ 52787 w 105043"/>
                  <a:gd name="connsiteY26" fmla="*/ 6550 h 105043"/>
                  <a:gd name="connsiteX27" fmla="*/ 20390 w 105043"/>
                  <a:gd name="connsiteY27" fmla="*/ 19786 h 105043"/>
                  <a:gd name="connsiteX28" fmla="*/ 7303 w 105043"/>
                  <a:gd name="connsiteY28" fmla="*/ 52726 h 105043"/>
                  <a:gd name="connsiteX29" fmla="*/ 20390 w 105043"/>
                  <a:gd name="connsiteY29" fmla="*/ 85386 h 105043"/>
                  <a:gd name="connsiteX30" fmla="*/ 52787 w 105043"/>
                  <a:gd name="connsiteY30" fmla="*/ 98902 h 105043"/>
                  <a:gd name="connsiteX31" fmla="*/ 85069 w 105043"/>
                  <a:gd name="connsiteY31" fmla="*/ 85386 h 105043"/>
                  <a:gd name="connsiteX32" fmla="*/ 98041 w 105043"/>
                  <a:gd name="connsiteY32" fmla="*/ 52726 h 105043"/>
                  <a:gd name="connsiteX33" fmla="*/ 85069 w 105043"/>
                  <a:gd name="connsiteY33" fmla="*/ 19917 h 105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5043" h="105043">
                    <a:moveTo>
                      <a:pt x="40210" y="77287"/>
                    </a:moveTo>
                    <a:lnTo>
                      <a:pt x="55339" y="77287"/>
                    </a:lnTo>
                    <a:cubicBezTo>
                      <a:pt x="65200" y="77287"/>
                      <a:pt x="70187" y="73912"/>
                      <a:pt x="70187" y="66900"/>
                    </a:cubicBezTo>
                    <a:cubicBezTo>
                      <a:pt x="70187" y="62027"/>
                      <a:pt x="68311" y="58784"/>
                      <a:pt x="64261" y="57171"/>
                    </a:cubicBezTo>
                    <a:cubicBezTo>
                      <a:pt x="61825" y="56101"/>
                      <a:pt x="57512" y="55574"/>
                      <a:pt x="51454" y="55574"/>
                    </a:cubicBezTo>
                    <a:lnTo>
                      <a:pt x="40210" y="55574"/>
                    </a:lnTo>
                    <a:close/>
                    <a:moveTo>
                      <a:pt x="53742" y="49203"/>
                    </a:moveTo>
                    <a:lnTo>
                      <a:pt x="71307" y="21530"/>
                    </a:lnTo>
                    <a:lnTo>
                      <a:pt x="80196" y="21530"/>
                    </a:lnTo>
                    <a:lnTo>
                      <a:pt x="61693" y="49203"/>
                    </a:lnTo>
                    <a:cubicBezTo>
                      <a:pt x="72114" y="50948"/>
                      <a:pt x="77365" y="56776"/>
                      <a:pt x="77365" y="66636"/>
                    </a:cubicBezTo>
                    <a:cubicBezTo>
                      <a:pt x="77365" y="78110"/>
                      <a:pt x="70599" y="83773"/>
                      <a:pt x="57117" y="83773"/>
                    </a:cubicBezTo>
                    <a:lnTo>
                      <a:pt x="32934" y="83773"/>
                    </a:lnTo>
                    <a:lnTo>
                      <a:pt x="32934" y="21530"/>
                    </a:lnTo>
                    <a:lnTo>
                      <a:pt x="40210" y="21530"/>
                    </a:lnTo>
                    <a:lnTo>
                      <a:pt x="40210" y="49203"/>
                    </a:lnTo>
                    <a:close/>
                    <a:moveTo>
                      <a:pt x="89777" y="15604"/>
                    </a:moveTo>
                    <a:cubicBezTo>
                      <a:pt x="100049" y="25844"/>
                      <a:pt x="105169" y="38141"/>
                      <a:pt x="105169" y="52726"/>
                    </a:cubicBezTo>
                    <a:cubicBezTo>
                      <a:pt x="105169" y="67163"/>
                      <a:pt x="100049" y="79444"/>
                      <a:pt x="89777" y="89848"/>
                    </a:cubicBezTo>
                    <a:cubicBezTo>
                      <a:pt x="79653" y="99955"/>
                      <a:pt x="67241" y="105108"/>
                      <a:pt x="52787" y="105108"/>
                    </a:cubicBezTo>
                    <a:cubicBezTo>
                      <a:pt x="38350" y="105108"/>
                      <a:pt x="25790" y="99955"/>
                      <a:pt x="15534" y="89848"/>
                    </a:cubicBezTo>
                    <a:cubicBezTo>
                      <a:pt x="5278" y="79444"/>
                      <a:pt x="125" y="67163"/>
                      <a:pt x="125" y="52726"/>
                    </a:cubicBezTo>
                    <a:cubicBezTo>
                      <a:pt x="125" y="38141"/>
                      <a:pt x="5278" y="25844"/>
                      <a:pt x="15534" y="15604"/>
                    </a:cubicBezTo>
                    <a:cubicBezTo>
                      <a:pt x="25790" y="5332"/>
                      <a:pt x="38350" y="64"/>
                      <a:pt x="52787" y="64"/>
                    </a:cubicBezTo>
                    <a:cubicBezTo>
                      <a:pt x="67241" y="64"/>
                      <a:pt x="79653" y="5332"/>
                      <a:pt x="89777" y="15604"/>
                    </a:cubicBezTo>
                    <a:moveTo>
                      <a:pt x="85069" y="19917"/>
                    </a:moveTo>
                    <a:cubicBezTo>
                      <a:pt x="76278" y="11127"/>
                      <a:pt x="65628" y="6550"/>
                      <a:pt x="52787" y="6550"/>
                    </a:cubicBezTo>
                    <a:cubicBezTo>
                      <a:pt x="39930" y="6550"/>
                      <a:pt x="29033" y="10995"/>
                      <a:pt x="20390" y="19786"/>
                    </a:cubicBezTo>
                    <a:cubicBezTo>
                      <a:pt x="11632" y="28675"/>
                      <a:pt x="7303" y="39622"/>
                      <a:pt x="7303" y="52726"/>
                    </a:cubicBezTo>
                    <a:cubicBezTo>
                      <a:pt x="7303" y="65533"/>
                      <a:pt x="11632" y="76480"/>
                      <a:pt x="20390" y="85386"/>
                    </a:cubicBezTo>
                    <a:cubicBezTo>
                      <a:pt x="29033" y="94292"/>
                      <a:pt x="39930" y="98902"/>
                      <a:pt x="52787" y="98902"/>
                    </a:cubicBezTo>
                    <a:cubicBezTo>
                      <a:pt x="65628" y="98902"/>
                      <a:pt x="76278" y="94292"/>
                      <a:pt x="85069" y="85386"/>
                    </a:cubicBezTo>
                    <a:cubicBezTo>
                      <a:pt x="93695" y="76480"/>
                      <a:pt x="98041" y="65533"/>
                      <a:pt x="98041" y="52726"/>
                    </a:cubicBezTo>
                    <a:cubicBezTo>
                      <a:pt x="98041" y="39622"/>
                      <a:pt x="93695" y="28823"/>
                      <a:pt x="85069" y="19917"/>
                    </a:cubicBezTo>
                  </a:path>
                </a:pathLst>
              </a:custGeom>
              <a:solidFill>
                <a:schemeClr val="tx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7" name="Dowolny kształt: kształt 16">
                <a:extLst>
                  <a:ext uri="{FF2B5EF4-FFF2-40B4-BE49-F238E27FC236}">
                    <a16:creationId xmlns:a16="http://schemas.microsoft.com/office/drawing/2014/main" id="{D2C3ACC3-582F-4BFC-9ECB-3FDF3EFA4FA5}"/>
                  </a:ext>
                </a:extLst>
              </p:cNvPr>
              <p:cNvSpPr/>
              <p:nvPr/>
            </p:nvSpPr>
            <p:spPr>
              <a:xfrm flipV="1">
                <a:off x="1239203" y="3604173"/>
                <a:ext cx="531556" cy="468935"/>
              </a:xfrm>
              <a:custGeom>
                <a:avLst/>
                <a:gdLst>
                  <a:gd name="connsiteX0" fmla="*/ 144107 w 531556"/>
                  <a:gd name="connsiteY0" fmla="*/ 271879 h 468935"/>
                  <a:gd name="connsiteX1" fmla="*/ 381159 w 531556"/>
                  <a:gd name="connsiteY1" fmla="*/ 271879 h 468935"/>
                  <a:gd name="connsiteX2" fmla="*/ 384995 w 531556"/>
                  <a:gd name="connsiteY2" fmla="*/ 276208 h 468935"/>
                  <a:gd name="connsiteX3" fmla="*/ 384995 w 531556"/>
                  <a:gd name="connsiteY3" fmla="*/ 289164 h 468935"/>
                  <a:gd name="connsiteX4" fmla="*/ 383777 w 531556"/>
                  <a:gd name="connsiteY4" fmla="*/ 420679 h 468935"/>
                  <a:gd name="connsiteX5" fmla="*/ 357174 w 531556"/>
                  <a:gd name="connsiteY5" fmla="*/ 456039 h 468935"/>
                  <a:gd name="connsiteX6" fmla="*/ 332860 w 531556"/>
                  <a:gd name="connsiteY6" fmla="*/ 457932 h 468935"/>
                  <a:gd name="connsiteX7" fmla="*/ 322324 w 531556"/>
                  <a:gd name="connsiteY7" fmla="*/ 463463 h 468935"/>
                  <a:gd name="connsiteX8" fmla="*/ 335280 w 531556"/>
                  <a:gd name="connsiteY8" fmla="*/ 469011 h 468935"/>
                  <a:gd name="connsiteX9" fmla="*/ 386213 w 531556"/>
                  <a:gd name="connsiteY9" fmla="*/ 468204 h 468935"/>
                  <a:gd name="connsiteX10" fmla="*/ 424668 w 531556"/>
                  <a:gd name="connsiteY10" fmla="*/ 467365 h 468935"/>
                  <a:gd name="connsiteX11" fmla="*/ 460456 w 531556"/>
                  <a:gd name="connsiteY11" fmla="*/ 468204 h 468935"/>
                  <a:gd name="connsiteX12" fmla="*/ 502961 w 531556"/>
                  <a:gd name="connsiteY12" fmla="*/ 469011 h 468935"/>
                  <a:gd name="connsiteX13" fmla="*/ 515900 w 531556"/>
                  <a:gd name="connsiteY13" fmla="*/ 463463 h 468935"/>
                  <a:gd name="connsiteX14" fmla="*/ 504871 w 531556"/>
                  <a:gd name="connsiteY14" fmla="*/ 457932 h 468935"/>
                  <a:gd name="connsiteX15" fmla="*/ 486894 w 531556"/>
                  <a:gd name="connsiteY15" fmla="*/ 456039 h 468935"/>
                  <a:gd name="connsiteX16" fmla="*/ 463831 w 531556"/>
                  <a:gd name="connsiteY16" fmla="*/ 420679 h 468935"/>
                  <a:gd name="connsiteX17" fmla="*/ 462613 w 531556"/>
                  <a:gd name="connsiteY17" fmla="*/ 289164 h 468935"/>
                  <a:gd name="connsiteX18" fmla="*/ 462613 w 531556"/>
                  <a:gd name="connsiteY18" fmla="*/ 179922 h 468935"/>
                  <a:gd name="connsiteX19" fmla="*/ 465708 w 531556"/>
                  <a:gd name="connsiteY19" fmla="*/ 47223 h 468935"/>
                  <a:gd name="connsiteX20" fmla="*/ 490006 w 531556"/>
                  <a:gd name="connsiteY20" fmla="*/ 13607 h 468935"/>
                  <a:gd name="connsiteX21" fmla="*/ 521613 w 531556"/>
                  <a:gd name="connsiteY21" fmla="*/ 11303 h 468935"/>
                  <a:gd name="connsiteX22" fmla="*/ 531589 w 531556"/>
                  <a:gd name="connsiteY22" fmla="*/ 6298 h 468935"/>
                  <a:gd name="connsiteX23" fmla="*/ 519193 w 531556"/>
                  <a:gd name="connsiteY23" fmla="*/ 76 h 468935"/>
                  <a:gd name="connsiteX24" fmla="*/ 461922 w 531556"/>
                  <a:gd name="connsiteY24" fmla="*/ 899 h 468935"/>
                  <a:gd name="connsiteX25" fmla="*/ 422232 w 531556"/>
                  <a:gd name="connsiteY25" fmla="*/ 1722 h 468935"/>
                  <a:gd name="connsiteX26" fmla="*/ 387415 w 531556"/>
                  <a:gd name="connsiteY26" fmla="*/ 899 h 468935"/>
                  <a:gd name="connsiteX27" fmla="*/ 344614 w 531556"/>
                  <a:gd name="connsiteY27" fmla="*/ 76 h 468935"/>
                  <a:gd name="connsiteX28" fmla="*/ 331642 w 531556"/>
                  <a:gd name="connsiteY28" fmla="*/ 6298 h 468935"/>
                  <a:gd name="connsiteX29" fmla="*/ 345256 w 531556"/>
                  <a:gd name="connsiteY29" fmla="*/ 11829 h 468935"/>
                  <a:gd name="connsiteX30" fmla="*/ 363923 w 531556"/>
                  <a:gd name="connsiteY30" fmla="*/ 13607 h 468935"/>
                  <a:gd name="connsiteX31" fmla="*/ 381867 w 531556"/>
                  <a:gd name="connsiteY31" fmla="*/ 47898 h 468935"/>
                  <a:gd name="connsiteX32" fmla="*/ 384995 w 531556"/>
                  <a:gd name="connsiteY32" fmla="*/ 179922 h 468935"/>
                  <a:gd name="connsiteX33" fmla="*/ 384995 w 531556"/>
                  <a:gd name="connsiteY33" fmla="*/ 234609 h 468935"/>
                  <a:gd name="connsiteX34" fmla="*/ 381159 w 531556"/>
                  <a:gd name="connsiteY34" fmla="*/ 238264 h 468935"/>
                  <a:gd name="connsiteX35" fmla="*/ 144107 w 531556"/>
                  <a:gd name="connsiteY35" fmla="*/ 238264 h 468935"/>
                  <a:gd name="connsiteX36" fmla="*/ 140321 w 531556"/>
                  <a:gd name="connsiteY36" fmla="*/ 234609 h 468935"/>
                  <a:gd name="connsiteX37" fmla="*/ 140321 w 531556"/>
                  <a:gd name="connsiteY37" fmla="*/ 179922 h 468935"/>
                  <a:gd name="connsiteX38" fmla="*/ 143415 w 531556"/>
                  <a:gd name="connsiteY38" fmla="*/ 47223 h 468935"/>
                  <a:gd name="connsiteX39" fmla="*/ 167746 w 531556"/>
                  <a:gd name="connsiteY39" fmla="*/ 13607 h 468935"/>
                  <a:gd name="connsiteX40" fmla="*/ 199468 w 531556"/>
                  <a:gd name="connsiteY40" fmla="*/ 11303 h 468935"/>
                  <a:gd name="connsiteX41" fmla="*/ 209280 w 531556"/>
                  <a:gd name="connsiteY41" fmla="*/ 6298 h 468935"/>
                  <a:gd name="connsiteX42" fmla="*/ 196884 w 531556"/>
                  <a:gd name="connsiteY42" fmla="*/ 76 h 468935"/>
                  <a:gd name="connsiteX43" fmla="*/ 139646 w 531556"/>
                  <a:gd name="connsiteY43" fmla="*/ 899 h 468935"/>
                  <a:gd name="connsiteX44" fmla="*/ 99956 w 531556"/>
                  <a:gd name="connsiteY44" fmla="*/ 1722 h 468935"/>
                  <a:gd name="connsiteX45" fmla="*/ 64974 w 531556"/>
                  <a:gd name="connsiteY45" fmla="*/ 899 h 468935"/>
                  <a:gd name="connsiteX46" fmla="*/ 21778 w 531556"/>
                  <a:gd name="connsiteY46" fmla="*/ 76 h 468935"/>
                  <a:gd name="connsiteX47" fmla="*/ 9366 w 531556"/>
                  <a:gd name="connsiteY47" fmla="*/ 6298 h 468935"/>
                  <a:gd name="connsiteX48" fmla="*/ 23128 w 531556"/>
                  <a:gd name="connsiteY48" fmla="*/ 11829 h 468935"/>
                  <a:gd name="connsiteX49" fmla="*/ 41631 w 531556"/>
                  <a:gd name="connsiteY49" fmla="*/ 13607 h 468935"/>
                  <a:gd name="connsiteX50" fmla="*/ 59575 w 531556"/>
                  <a:gd name="connsiteY50" fmla="*/ 47749 h 468935"/>
                  <a:gd name="connsiteX51" fmla="*/ 62818 w 531556"/>
                  <a:gd name="connsiteY51" fmla="*/ 179922 h 468935"/>
                  <a:gd name="connsiteX52" fmla="*/ 62818 w 531556"/>
                  <a:gd name="connsiteY52" fmla="*/ 289164 h 468935"/>
                  <a:gd name="connsiteX53" fmla="*/ 61451 w 531556"/>
                  <a:gd name="connsiteY53" fmla="*/ 420679 h 468935"/>
                  <a:gd name="connsiteX54" fmla="*/ 34882 w 531556"/>
                  <a:gd name="connsiteY54" fmla="*/ 456039 h 468935"/>
                  <a:gd name="connsiteX55" fmla="*/ 10567 w 531556"/>
                  <a:gd name="connsiteY55" fmla="*/ 457932 h 468935"/>
                  <a:gd name="connsiteX56" fmla="*/ 32 w 531556"/>
                  <a:gd name="connsiteY56" fmla="*/ 463463 h 468935"/>
                  <a:gd name="connsiteX57" fmla="*/ 13004 w 531556"/>
                  <a:gd name="connsiteY57" fmla="*/ 469011 h 468935"/>
                  <a:gd name="connsiteX58" fmla="*/ 63904 w 531556"/>
                  <a:gd name="connsiteY58" fmla="*/ 468204 h 468935"/>
                  <a:gd name="connsiteX59" fmla="*/ 102524 w 531556"/>
                  <a:gd name="connsiteY59" fmla="*/ 467365 h 468935"/>
                  <a:gd name="connsiteX60" fmla="*/ 138148 w 531556"/>
                  <a:gd name="connsiteY60" fmla="*/ 468204 h 468935"/>
                  <a:gd name="connsiteX61" fmla="*/ 180718 w 531556"/>
                  <a:gd name="connsiteY61" fmla="*/ 469011 h 468935"/>
                  <a:gd name="connsiteX62" fmla="*/ 193805 w 531556"/>
                  <a:gd name="connsiteY62" fmla="*/ 463463 h 468935"/>
                  <a:gd name="connsiteX63" fmla="*/ 182578 w 531556"/>
                  <a:gd name="connsiteY63" fmla="*/ 457932 h 468935"/>
                  <a:gd name="connsiteX64" fmla="*/ 164618 w 531556"/>
                  <a:gd name="connsiteY64" fmla="*/ 456039 h 468935"/>
                  <a:gd name="connsiteX65" fmla="*/ 141687 w 531556"/>
                  <a:gd name="connsiteY65" fmla="*/ 420679 h 468935"/>
                  <a:gd name="connsiteX66" fmla="*/ 140321 w 531556"/>
                  <a:gd name="connsiteY66" fmla="*/ 289164 h 468935"/>
                  <a:gd name="connsiteX67" fmla="*/ 140321 w 531556"/>
                  <a:gd name="connsiteY67" fmla="*/ 276208 h 468935"/>
                  <a:gd name="connsiteX68" fmla="*/ 144107 w 531556"/>
                  <a:gd name="connsiteY68" fmla="*/ 271879 h 468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31556" h="468935">
                    <a:moveTo>
                      <a:pt x="144107" y="271879"/>
                    </a:moveTo>
                    <a:lnTo>
                      <a:pt x="381159" y="271879"/>
                    </a:lnTo>
                    <a:cubicBezTo>
                      <a:pt x="383777" y="271879"/>
                      <a:pt x="384995" y="273360"/>
                      <a:pt x="384995" y="276208"/>
                    </a:cubicBezTo>
                    <a:lnTo>
                      <a:pt x="384995" y="289164"/>
                    </a:lnTo>
                    <a:cubicBezTo>
                      <a:pt x="384995" y="363292"/>
                      <a:pt x="384550" y="407032"/>
                      <a:pt x="383777" y="420679"/>
                    </a:cubicBezTo>
                    <a:cubicBezTo>
                      <a:pt x="382542" y="440515"/>
                      <a:pt x="373620" y="452401"/>
                      <a:pt x="357174" y="456039"/>
                    </a:cubicBezTo>
                    <a:cubicBezTo>
                      <a:pt x="351215" y="457257"/>
                      <a:pt x="343099" y="457932"/>
                      <a:pt x="332860" y="457932"/>
                    </a:cubicBezTo>
                    <a:cubicBezTo>
                      <a:pt x="325814" y="457932"/>
                      <a:pt x="322324" y="459660"/>
                      <a:pt x="322324" y="463463"/>
                    </a:cubicBezTo>
                    <a:cubicBezTo>
                      <a:pt x="322324" y="467118"/>
                      <a:pt x="326654" y="469011"/>
                      <a:pt x="335280" y="469011"/>
                    </a:cubicBezTo>
                    <a:cubicBezTo>
                      <a:pt x="347692" y="469011"/>
                      <a:pt x="364681" y="468715"/>
                      <a:pt x="386213" y="468204"/>
                    </a:cubicBezTo>
                    <a:cubicBezTo>
                      <a:pt x="407811" y="467645"/>
                      <a:pt x="420618" y="467365"/>
                      <a:pt x="424668" y="467365"/>
                    </a:cubicBezTo>
                    <a:cubicBezTo>
                      <a:pt x="428849" y="467365"/>
                      <a:pt x="440867" y="467645"/>
                      <a:pt x="460456" y="468204"/>
                    </a:cubicBezTo>
                    <a:cubicBezTo>
                      <a:pt x="480030" y="468715"/>
                      <a:pt x="494302" y="469011"/>
                      <a:pt x="502961" y="469011"/>
                    </a:cubicBezTo>
                    <a:cubicBezTo>
                      <a:pt x="511703" y="469011"/>
                      <a:pt x="515900" y="467118"/>
                      <a:pt x="515900" y="463463"/>
                    </a:cubicBezTo>
                    <a:cubicBezTo>
                      <a:pt x="515900" y="459660"/>
                      <a:pt x="512295" y="457932"/>
                      <a:pt x="504871" y="457932"/>
                    </a:cubicBezTo>
                    <a:cubicBezTo>
                      <a:pt x="499850" y="457932"/>
                      <a:pt x="493940" y="457257"/>
                      <a:pt x="486894" y="456039"/>
                    </a:cubicBezTo>
                    <a:cubicBezTo>
                      <a:pt x="472721" y="453487"/>
                      <a:pt x="465181" y="441849"/>
                      <a:pt x="463831" y="420679"/>
                    </a:cubicBezTo>
                    <a:cubicBezTo>
                      <a:pt x="463024" y="407032"/>
                      <a:pt x="462613" y="363144"/>
                      <a:pt x="462613" y="289164"/>
                    </a:cubicBezTo>
                    <a:lnTo>
                      <a:pt x="462613" y="179922"/>
                    </a:lnTo>
                    <a:cubicBezTo>
                      <a:pt x="462613" y="109712"/>
                      <a:pt x="463683" y="65446"/>
                      <a:pt x="465708" y="47223"/>
                    </a:cubicBezTo>
                    <a:cubicBezTo>
                      <a:pt x="468144" y="26958"/>
                      <a:pt x="476243" y="15747"/>
                      <a:pt x="490006" y="13607"/>
                    </a:cubicBezTo>
                    <a:cubicBezTo>
                      <a:pt x="501891" y="11961"/>
                      <a:pt x="512443" y="11303"/>
                      <a:pt x="521613" y="11303"/>
                    </a:cubicBezTo>
                    <a:cubicBezTo>
                      <a:pt x="528346" y="11303"/>
                      <a:pt x="531589" y="9541"/>
                      <a:pt x="531589" y="6298"/>
                    </a:cubicBezTo>
                    <a:cubicBezTo>
                      <a:pt x="531589" y="2100"/>
                      <a:pt x="527407" y="76"/>
                      <a:pt x="519193" y="76"/>
                    </a:cubicBezTo>
                    <a:cubicBezTo>
                      <a:pt x="503817" y="76"/>
                      <a:pt x="484870" y="372"/>
                      <a:pt x="461922" y="899"/>
                    </a:cubicBezTo>
                    <a:cubicBezTo>
                      <a:pt x="439270" y="1442"/>
                      <a:pt x="426018" y="1722"/>
                      <a:pt x="422232" y="1722"/>
                    </a:cubicBezTo>
                    <a:cubicBezTo>
                      <a:pt x="418610" y="1722"/>
                      <a:pt x="406971" y="1442"/>
                      <a:pt x="387415" y="899"/>
                    </a:cubicBezTo>
                    <a:cubicBezTo>
                      <a:pt x="368088" y="372"/>
                      <a:pt x="353651" y="76"/>
                      <a:pt x="344614" y="76"/>
                    </a:cubicBezTo>
                    <a:cubicBezTo>
                      <a:pt x="335955" y="76"/>
                      <a:pt x="331642" y="2100"/>
                      <a:pt x="331642" y="6298"/>
                    </a:cubicBezTo>
                    <a:cubicBezTo>
                      <a:pt x="331642" y="9146"/>
                      <a:pt x="336234" y="11023"/>
                      <a:pt x="345256" y="11829"/>
                    </a:cubicBezTo>
                    <a:cubicBezTo>
                      <a:pt x="351511" y="12652"/>
                      <a:pt x="357816" y="13327"/>
                      <a:pt x="363923" y="13607"/>
                    </a:cubicBezTo>
                    <a:cubicBezTo>
                      <a:pt x="373340" y="15747"/>
                      <a:pt x="379447" y="27238"/>
                      <a:pt x="381867" y="47898"/>
                    </a:cubicBezTo>
                    <a:cubicBezTo>
                      <a:pt x="383892" y="64096"/>
                      <a:pt x="384995" y="108115"/>
                      <a:pt x="384995" y="179922"/>
                    </a:cubicBezTo>
                    <a:lnTo>
                      <a:pt x="384995" y="234609"/>
                    </a:lnTo>
                    <a:cubicBezTo>
                      <a:pt x="384995" y="237045"/>
                      <a:pt x="383777" y="238264"/>
                      <a:pt x="381159" y="238264"/>
                    </a:cubicBezTo>
                    <a:lnTo>
                      <a:pt x="144107" y="238264"/>
                    </a:lnTo>
                    <a:cubicBezTo>
                      <a:pt x="141687" y="238264"/>
                      <a:pt x="140321" y="237045"/>
                      <a:pt x="140321" y="234609"/>
                    </a:cubicBezTo>
                    <a:lnTo>
                      <a:pt x="140321" y="179922"/>
                    </a:lnTo>
                    <a:cubicBezTo>
                      <a:pt x="140321" y="109712"/>
                      <a:pt x="141391" y="65446"/>
                      <a:pt x="143415" y="47223"/>
                    </a:cubicBezTo>
                    <a:cubicBezTo>
                      <a:pt x="146000" y="26958"/>
                      <a:pt x="154116" y="15747"/>
                      <a:pt x="167746" y="13607"/>
                    </a:cubicBezTo>
                    <a:cubicBezTo>
                      <a:pt x="179615" y="11961"/>
                      <a:pt x="190283" y="11303"/>
                      <a:pt x="199468" y="11303"/>
                    </a:cubicBezTo>
                    <a:cubicBezTo>
                      <a:pt x="206070" y="11303"/>
                      <a:pt x="209280" y="9541"/>
                      <a:pt x="209280" y="6298"/>
                    </a:cubicBezTo>
                    <a:cubicBezTo>
                      <a:pt x="209280" y="2100"/>
                      <a:pt x="205115" y="76"/>
                      <a:pt x="196884" y="76"/>
                    </a:cubicBezTo>
                    <a:cubicBezTo>
                      <a:pt x="181492" y="76"/>
                      <a:pt x="162627" y="372"/>
                      <a:pt x="139646" y="899"/>
                    </a:cubicBezTo>
                    <a:cubicBezTo>
                      <a:pt x="116977" y="1442"/>
                      <a:pt x="103594" y="1722"/>
                      <a:pt x="99956" y="1722"/>
                    </a:cubicBezTo>
                    <a:cubicBezTo>
                      <a:pt x="96318" y="1722"/>
                      <a:pt x="84564" y="1442"/>
                      <a:pt x="64974" y="899"/>
                    </a:cubicBezTo>
                    <a:cubicBezTo>
                      <a:pt x="45269" y="372"/>
                      <a:pt x="30997" y="76"/>
                      <a:pt x="21778" y="76"/>
                    </a:cubicBezTo>
                    <a:cubicBezTo>
                      <a:pt x="13547" y="76"/>
                      <a:pt x="9366" y="2100"/>
                      <a:pt x="9366" y="6298"/>
                    </a:cubicBezTo>
                    <a:cubicBezTo>
                      <a:pt x="9366" y="9146"/>
                      <a:pt x="13942" y="11023"/>
                      <a:pt x="23128" y="11829"/>
                    </a:cubicBezTo>
                    <a:cubicBezTo>
                      <a:pt x="29334" y="12652"/>
                      <a:pt x="35540" y="13327"/>
                      <a:pt x="41631" y="13607"/>
                    </a:cubicBezTo>
                    <a:cubicBezTo>
                      <a:pt x="51212" y="15747"/>
                      <a:pt x="57155" y="27238"/>
                      <a:pt x="59575" y="47749"/>
                    </a:cubicBezTo>
                    <a:cubicBezTo>
                      <a:pt x="61748" y="64096"/>
                      <a:pt x="62818" y="108115"/>
                      <a:pt x="62818" y="179922"/>
                    </a:cubicBezTo>
                    <a:lnTo>
                      <a:pt x="62818" y="289164"/>
                    </a:lnTo>
                    <a:cubicBezTo>
                      <a:pt x="62818" y="363144"/>
                      <a:pt x="62258" y="407032"/>
                      <a:pt x="61451" y="420679"/>
                    </a:cubicBezTo>
                    <a:cubicBezTo>
                      <a:pt x="60233" y="440515"/>
                      <a:pt x="51344" y="452253"/>
                      <a:pt x="34882" y="456039"/>
                    </a:cubicBezTo>
                    <a:cubicBezTo>
                      <a:pt x="29054" y="457257"/>
                      <a:pt x="20988" y="457932"/>
                      <a:pt x="10567" y="457932"/>
                    </a:cubicBezTo>
                    <a:cubicBezTo>
                      <a:pt x="3555" y="457932"/>
                      <a:pt x="32" y="459660"/>
                      <a:pt x="32" y="463463"/>
                    </a:cubicBezTo>
                    <a:cubicBezTo>
                      <a:pt x="32" y="467118"/>
                      <a:pt x="4378" y="469011"/>
                      <a:pt x="13004" y="469011"/>
                    </a:cubicBezTo>
                    <a:cubicBezTo>
                      <a:pt x="25548" y="469011"/>
                      <a:pt x="42586" y="468715"/>
                      <a:pt x="63904" y="468204"/>
                    </a:cubicBezTo>
                    <a:cubicBezTo>
                      <a:pt x="85519" y="467645"/>
                      <a:pt x="98326" y="467365"/>
                      <a:pt x="102524" y="467365"/>
                    </a:cubicBezTo>
                    <a:cubicBezTo>
                      <a:pt x="106606" y="467365"/>
                      <a:pt x="118558" y="467645"/>
                      <a:pt x="138148" y="468204"/>
                    </a:cubicBezTo>
                    <a:cubicBezTo>
                      <a:pt x="157885" y="468715"/>
                      <a:pt x="172059" y="469011"/>
                      <a:pt x="180718" y="469011"/>
                    </a:cubicBezTo>
                    <a:cubicBezTo>
                      <a:pt x="189476" y="469011"/>
                      <a:pt x="193805" y="467118"/>
                      <a:pt x="193805" y="463463"/>
                    </a:cubicBezTo>
                    <a:cubicBezTo>
                      <a:pt x="193805" y="459660"/>
                      <a:pt x="189986" y="457932"/>
                      <a:pt x="182578" y="457932"/>
                    </a:cubicBezTo>
                    <a:cubicBezTo>
                      <a:pt x="177590" y="457932"/>
                      <a:pt x="171631" y="457257"/>
                      <a:pt x="164618" y="456039"/>
                    </a:cubicBezTo>
                    <a:cubicBezTo>
                      <a:pt x="150593" y="453487"/>
                      <a:pt x="142757" y="441849"/>
                      <a:pt x="141687" y="420679"/>
                    </a:cubicBezTo>
                    <a:cubicBezTo>
                      <a:pt x="140732" y="407032"/>
                      <a:pt x="140321" y="363292"/>
                      <a:pt x="140321" y="289164"/>
                    </a:cubicBezTo>
                    <a:lnTo>
                      <a:pt x="140321" y="276208"/>
                    </a:lnTo>
                    <a:cubicBezTo>
                      <a:pt x="140321" y="273360"/>
                      <a:pt x="141687" y="271879"/>
                      <a:pt x="144107" y="271879"/>
                    </a:cubicBezTo>
                  </a:path>
                </a:pathLst>
              </a:custGeom>
              <a:solidFill>
                <a:schemeClr val="tx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8" name="Dowolny kształt: kształt 17">
                <a:extLst>
                  <a:ext uri="{FF2B5EF4-FFF2-40B4-BE49-F238E27FC236}">
                    <a16:creationId xmlns:a16="http://schemas.microsoft.com/office/drawing/2014/main" id="{8B8BFF68-B3F5-4BE0-A75F-51CA5D99F5B3}"/>
                  </a:ext>
                </a:extLst>
              </p:cNvPr>
              <p:cNvSpPr/>
              <p:nvPr/>
            </p:nvSpPr>
            <p:spPr>
              <a:xfrm flipV="1">
                <a:off x="1790054" y="3595942"/>
                <a:ext cx="313534" cy="476343"/>
              </a:xfrm>
              <a:custGeom>
                <a:avLst/>
                <a:gdLst>
                  <a:gd name="connsiteX0" fmla="*/ 62855 w 313534"/>
                  <a:gd name="connsiteY0" fmla="*/ 182468 h 476343"/>
                  <a:gd name="connsiteX1" fmla="*/ 62855 w 313534"/>
                  <a:gd name="connsiteY1" fmla="*/ 291710 h 476343"/>
                  <a:gd name="connsiteX2" fmla="*/ 61505 w 313534"/>
                  <a:gd name="connsiteY2" fmla="*/ 423076 h 476343"/>
                  <a:gd name="connsiteX3" fmla="*/ 34771 w 313534"/>
                  <a:gd name="connsiteY3" fmla="*/ 458453 h 476343"/>
                  <a:gd name="connsiteX4" fmla="*/ 10736 w 313534"/>
                  <a:gd name="connsiteY4" fmla="*/ 460330 h 476343"/>
                  <a:gd name="connsiteX5" fmla="*/ 52 w 313534"/>
                  <a:gd name="connsiteY5" fmla="*/ 465861 h 476343"/>
                  <a:gd name="connsiteX6" fmla="*/ 13732 w 313534"/>
                  <a:gd name="connsiteY6" fmla="*/ 471557 h 476343"/>
                  <a:gd name="connsiteX7" fmla="*/ 64353 w 313534"/>
                  <a:gd name="connsiteY7" fmla="*/ 470717 h 476343"/>
                  <a:gd name="connsiteX8" fmla="*/ 103104 w 313534"/>
                  <a:gd name="connsiteY8" fmla="*/ 469779 h 476343"/>
                  <a:gd name="connsiteX9" fmla="*/ 258374 w 313534"/>
                  <a:gd name="connsiteY9" fmla="*/ 470470 h 476343"/>
                  <a:gd name="connsiteX10" fmla="*/ 284943 w 313534"/>
                  <a:gd name="connsiteY10" fmla="*/ 474108 h 476343"/>
                  <a:gd name="connsiteX11" fmla="*/ 294952 w 313534"/>
                  <a:gd name="connsiteY11" fmla="*/ 476413 h 476343"/>
                  <a:gd name="connsiteX12" fmla="*/ 298607 w 313534"/>
                  <a:gd name="connsiteY12" fmla="*/ 470882 h 476343"/>
                  <a:gd name="connsiteX13" fmla="*/ 296829 w 313534"/>
                  <a:gd name="connsiteY13" fmla="*/ 459671 h 476343"/>
                  <a:gd name="connsiteX14" fmla="*/ 294146 w 313534"/>
                  <a:gd name="connsiteY14" fmla="*/ 430632 h 476343"/>
                  <a:gd name="connsiteX15" fmla="*/ 290623 w 313534"/>
                  <a:gd name="connsiteY15" fmla="*/ 389724 h 476343"/>
                  <a:gd name="connsiteX16" fmla="*/ 284449 w 313534"/>
                  <a:gd name="connsiteY16" fmla="*/ 382991 h 476343"/>
                  <a:gd name="connsiteX17" fmla="*/ 279182 w 313534"/>
                  <a:gd name="connsiteY17" fmla="*/ 389724 h 476343"/>
                  <a:gd name="connsiteX18" fmla="*/ 277535 w 313534"/>
                  <a:gd name="connsiteY18" fmla="*/ 402811 h 476343"/>
                  <a:gd name="connsiteX19" fmla="*/ 275132 w 313534"/>
                  <a:gd name="connsiteY19" fmla="*/ 413890 h 476343"/>
                  <a:gd name="connsiteX20" fmla="*/ 233516 w 313534"/>
                  <a:gd name="connsiteY20" fmla="*/ 436443 h 476343"/>
                  <a:gd name="connsiteX21" fmla="*/ 145362 w 313534"/>
                  <a:gd name="connsiteY21" fmla="*/ 438863 h 476343"/>
                  <a:gd name="connsiteX22" fmla="*/ 141049 w 313534"/>
                  <a:gd name="connsiteY22" fmla="*/ 432657 h 476343"/>
                  <a:gd name="connsiteX23" fmla="*/ 141049 w 313534"/>
                  <a:gd name="connsiteY23" fmla="*/ 275610 h 476343"/>
                  <a:gd name="connsiteX24" fmla="*/ 145362 w 313534"/>
                  <a:gd name="connsiteY24" fmla="*/ 268745 h 476343"/>
                  <a:gd name="connsiteX25" fmla="*/ 244595 w 313534"/>
                  <a:gd name="connsiteY25" fmla="*/ 269947 h 476343"/>
                  <a:gd name="connsiteX26" fmla="*/ 260810 w 313534"/>
                  <a:gd name="connsiteY26" fmla="*/ 271873 h 476343"/>
                  <a:gd name="connsiteX27" fmla="*/ 274441 w 313534"/>
                  <a:gd name="connsiteY27" fmla="*/ 279297 h 476343"/>
                  <a:gd name="connsiteX28" fmla="*/ 284449 w 313534"/>
                  <a:gd name="connsiteY28" fmla="*/ 287380 h 476343"/>
                  <a:gd name="connsiteX29" fmla="*/ 288762 w 313534"/>
                  <a:gd name="connsiteY29" fmla="*/ 282376 h 476343"/>
                  <a:gd name="connsiteX30" fmla="*/ 286869 w 313534"/>
                  <a:gd name="connsiteY30" fmla="*/ 269947 h 476343"/>
                  <a:gd name="connsiteX31" fmla="*/ 283758 w 313534"/>
                  <a:gd name="connsiteY31" fmla="*/ 237155 h 476343"/>
                  <a:gd name="connsiteX32" fmla="*/ 281322 w 313534"/>
                  <a:gd name="connsiteY32" fmla="*/ 195440 h 476343"/>
                  <a:gd name="connsiteX33" fmla="*/ 275790 w 313534"/>
                  <a:gd name="connsiteY33" fmla="*/ 183818 h 476343"/>
                  <a:gd name="connsiteX34" fmla="*/ 270111 w 313534"/>
                  <a:gd name="connsiteY34" fmla="*/ 190172 h 476343"/>
                  <a:gd name="connsiteX35" fmla="*/ 267658 w 313534"/>
                  <a:gd name="connsiteY35" fmla="*/ 211639 h 476343"/>
                  <a:gd name="connsiteX36" fmla="*/ 232973 w 313534"/>
                  <a:gd name="connsiteY36" fmla="*/ 235953 h 476343"/>
                  <a:gd name="connsiteX37" fmla="*/ 144687 w 313534"/>
                  <a:gd name="connsiteY37" fmla="*/ 237682 h 476343"/>
                  <a:gd name="connsiteX38" fmla="*/ 141049 w 313534"/>
                  <a:gd name="connsiteY38" fmla="*/ 231607 h 476343"/>
                  <a:gd name="connsiteX39" fmla="*/ 141049 w 313534"/>
                  <a:gd name="connsiteY39" fmla="*/ 86199 h 476343"/>
                  <a:gd name="connsiteX40" fmla="*/ 155618 w 313534"/>
                  <a:gd name="connsiteY40" fmla="*/ 43562 h 476343"/>
                  <a:gd name="connsiteX41" fmla="*/ 215441 w 313534"/>
                  <a:gd name="connsiteY41" fmla="*/ 34097 h 476343"/>
                  <a:gd name="connsiteX42" fmla="*/ 273897 w 313534"/>
                  <a:gd name="connsiteY42" fmla="*/ 41521 h 476343"/>
                  <a:gd name="connsiteX43" fmla="*/ 301850 w 313534"/>
                  <a:gd name="connsiteY43" fmla="*/ 87433 h 476343"/>
                  <a:gd name="connsiteX44" fmla="*/ 308714 w 313534"/>
                  <a:gd name="connsiteY44" fmla="*/ 96751 h 476343"/>
                  <a:gd name="connsiteX45" fmla="*/ 313587 w 313534"/>
                  <a:gd name="connsiteY45" fmla="*/ 85524 h 476343"/>
                  <a:gd name="connsiteX46" fmla="*/ 305620 w 313534"/>
                  <a:gd name="connsiteY46" fmla="*/ 16285 h 476343"/>
                  <a:gd name="connsiteX47" fmla="*/ 296829 w 313534"/>
                  <a:gd name="connsiteY47" fmla="*/ 2638 h 476343"/>
                  <a:gd name="connsiteX48" fmla="*/ 272004 w 313534"/>
                  <a:gd name="connsiteY48" fmla="*/ 70 h 476343"/>
                  <a:gd name="connsiteX49" fmla="*/ 164540 w 313534"/>
                  <a:gd name="connsiteY49" fmla="*/ 2094 h 476343"/>
                  <a:gd name="connsiteX50" fmla="*/ 100141 w 313534"/>
                  <a:gd name="connsiteY50" fmla="*/ 4251 h 476343"/>
                  <a:gd name="connsiteX51" fmla="*/ 65044 w 313534"/>
                  <a:gd name="connsiteY51" fmla="*/ 3313 h 476343"/>
                  <a:gd name="connsiteX52" fmla="*/ 21815 w 313534"/>
                  <a:gd name="connsiteY52" fmla="*/ 2638 h 476343"/>
                  <a:gd name="connsiteX53" fmla="*/ 9419 w 313534"/>
                  <a:gd name="connsiteY53" fmla="*/ 8712 h 476343"/>
                  <a:gd name="connsiteX54" fmla="*/ 23050 w 313534"/>
                  <a:gd name="connsiteY54" fmla="*/ 14375 h 476343"/>
                  <a:gd name="connsiteX55" fmla="*/ 41685 w 313534"/>
                  <a:gd name="connsiteY55" fmla="*/ 16137 h 476343"/>
                  <a:gd name="connsiteX56" fmla="*/ 59628 w 313534"/>
                  <a:gd name="connsiteY56" fmla="*/ 50295 h 476343"/>
                  <a:gd name="connsiteX57" fmla="*/ 62855 w 313534"/>
                  <a:gd name="connsiteY57" fmla="*/ 182468 h 476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313534" h="476343">
                    <a:moveTo>
                      <a:pt x="62855" y="182468"/>
                    </a:moveTo>
                    <a:lnTo>
                      <a:pt x="62855" y="291710"/>
                    </a:lnTo>
                    <a:cubicBezTo>
                      <a:pt x="62855" y="365690"/>
                      <a:pt x="62312" y="409446"/>
                      <a:pt x="61505" y="423076"/>
                    </a:cubicBezTo>
                    <a:cubicBezTo>
                      <a:pt x="60303" y="443045"/>
                      <a:pt x="51266" y="454815"/>
                      <a:pt x="34771" y="458453"/>
                    </a:cubicBezTo>
                    <a:cubicBezTo>
                      <a:pt x="28960" y="459671"/>
                      <a:pt x="21009" y="460330"/>
                      <a:pt x="10736" y="460330"/>
                    </a:cubicBezTo>
                    <a:cubicBezTo>
                      <a:pt x="3477" y="460330"/>
                      <a:pt x="52" y="462223"/>
                      <a:pt x="52" y="465861"/>
                    </a:cubicBezTo>
                    <a:cubicBezTo>
                      <a:pt x="52" y="469647"/>
                      <a:pt x="4530" y="471557"/>
                      <a:pt x="13732" y="471557"/>
                    </a:cubicBezTo>
                    <a:cubicBezTo>
                      <a:pt x="26145" y="471557"/>
                      <a:pt x="42870" y="471129"/>
                      <a:pt x="64353" y="470717"/>
                    </a:cubicBezTo>
                    <a:cubicBezTo>
                      <a:pt x="85556" y="470207"/>
                      <a:pt x="98660" y="469779"/>
                      <a:pt x="103104" y="469779"/>
                    </a:cubicBezTo>
                    <a:cubicBezTo>
                      <a:pt x="201251" y="469779"/>
                      <a:pt x="252958" y="470042"/>
                      <a:pt x="258374" y="470470"/>
                    </a:cubicBezTo>
                    <a:cubicBezTo>
                      <a:pt x="269173" y="471129"/>
                      <a:pt x="277947" y="472347"/>
                      <a:pt x="284943" y="474108"/>
                    </a:cubicBezTo>
                    <a:cubicBezTo>
                      <a:pt x="292137" y="475721"/>
                      <a:pt x="295364" y="476413"/>
                      <a:pt x="294952" y="476413"/>
                    </a:cubicBezTo>
                    <a:cubicBezTo>
                      <a:pt x="297389" y="476413"/>
                      <a:pt x="298607" y="474651"/>
                      <a:pt x="298607" y="470882"/>
                    </a:cubicBezTo>
                    <a:cubicBezTo>
                      <a:pt x="298607" y="470470"/>
                      <a:pt x="298064" y="466700"/>
                      <a:pt x="296829" y="459671"/>
                    </a:cubicBezTo>
                    <a:cubicBezTo>
                      <a:pt x="295512" y="451424"/>
                      <a:pt x="294672" y="441843"/>
                      <a:pt x="294146" y="430632"/>
                    </a:cubicBezTo>
                    <a:cubicBezTo>
                      <a:pt x="293355" y="419553"/>
                      <a:pt x="292269" y="405923"/>
                      <a:pt x="290623" y="389724"/>
                    </a:cubicBezTo>
                    <a:cubicBezTo>
                      <a:pt x="289833" y="385148"/>
                      <a:pt x="287676" y="382991"/>
                      <a:pt x="284449" y="382991"/>
                    </a:cubicBezTo>
                    <a:cubicBezTo>
                      <a:pt x="281618" y="382991"/>
                      <a:pt x="279824" y="385148"/>
                      <a:pt x="279182" y="389724"/>
                    </a:cubicBezTo>
                    <a:cubicBezTo>
                      <a:pt x="278605" y="394432"/>
                      <a:pt x="277947" y="398778"/>
                      <a:pt x="277535" y="402811"/>
                    </a:cubicBezTo>
                    <a:cubicBezTo>
                      <a:pt x="277272" y="407009"/>
                      <a:pt x="276317" y="410631"/>
                      <a:pt x="275132" y="413890"/>
                    </a:cubicBezTo>
                    <a:cubicBezTo>
                      <a:pt x="270111" y="425891"/>
                      <a:pt x="256201" y="433464"/>
                      <a:pt x="233516" y="436443"/>
                    </a:cubicBezTo>
                    <a:cubicBezTo>
                      <a:pt x="219474" y="438057"/>
                      <a:pt x="190172" y="438863"/>
                      <a:pt x="145362" y="438863"/>
                    </a:cubicBezTo>
                    <a:cubicBezTo>
                      <a:pt x="142514" y="438863"/>
                      <a:pt x="141049" y="436838"/>
                      <a:pt x="141049" y="432657"/>
                    </a:cubicBezTo>
                    <a:lnTo>
                      <a:pt x="141049" y="275610"/>
                    </a:lnTo>
                    <a:cubicBezTo>
                      <a:pt x="141049" y="271050"/>
                      <a:pt x="142514" y="268745"/>
                      <a:pt x="145362" y="268745"/>
                    </a:cubicBezTo>
                    <a:cubicBezTo>
                      <a:pt x="202074" y="268745"/>
                      <a:pt x="235129" y="269272"/>
                      <a:pt x="244595" y="269947"/>
                    </a:cubicBezTo>
                    <a:cubicBezTo>
                      <a:pt x="251608" y="270507"/>
                      <a:pt x="257007" y="271050"/>
                      <a:pt x="260810" y="271873"/>
                    </a:cubicBezTo>
                    <a:cubicBezTo>
                      <a:pt x="267131" y="273618"/>
                      <a:pt x="271609" y="276054"/>
                      <a:pt x="274441" y="279297"/>
                    </a:cubicBezTo>
                    <a:cubicBezTo>
                      <a:pt x="279445" y="284680"/>
                      <a:pt x="282787" y="287380"/>
                      <a:pt x="284449" y="287380"/>
                    </a:cubicBezTo>
                    <a:cubicBezTo>
                      <a:pt x="287413" y="287380"/>
                      <a:pt x="288762" y="285635"/>
                      <a:pt x="288762" y="282376"/>
                    </a:cubicBezTo>
                    <a:cubicBezTo>
                      <a:pt x="288762" y="281997"/>
                      <a:pt x="288088" y="277783"/>
                      <a:pt x="286869" y="269947"/>
                    </a:cubicBezTo>
                    <a:cubicBezTo>
                      <a:pt x="285651" y="260383"/>
                      <a:pt x="284581" y="249435"/>
                      <a:pt x="283758" y="237155"/>
                    </a:cubicBezTo>
                    <a:cubicBezTo>
                      <a:pt x="282128" y="213384"/>
                      <a:pt x="281322" y="199622"/>
                      <a:pt x="281322" y="195440"/>
                    </a:cubicBezTo>
                    <a:cubicBezTo>
                      <a:pt x="281322" y="187736"/>
                      <a:pt x="279445" y="183818"/>
                      <a:pt x="275790" y="183818"/>
                    </a:cubicBezTo>
                    <a:cubicBezTo>
                      <a:pt x="272004" y="183818"/>
                      <a:pt x="270111" y="185859"/>
                      <a:pt x="270111" y="190172"/>
                    </a:cubicBezTo>
                    <a:cubicBezTo>
                      <a:pt x="270111" y="194617"/>
                      <a:pt x="269321" y="201663"/>
                      <a:pt x="267658" y="211639"/>
                    </a:cubicBezTo>
                    <a:cubicBezTo>
                      <a:pt x="264415" y="225681"/>
                      <a:pt x="252694" y="233780"/>
                      <a:pt x="232973" y="235953"/>
                    </a:cubicBezTo>
                    <a:cubicBezTo>
                      <a:pt x="221367" y="237155"/>
                      <a:pt x="191933" y="237682"/>
                      <a:pt x="144687" y="237682"/>
                    </a:cubicBezTo>
                    <a:cubicBezTo>
                      <a:pt x="142235" y="237682"/>
                      <a:pt x="141049" y="235657"/>
                      <a:pt x="141049" y="231607"/>
                    </a:cubicBezTo>
                    <a:lnTo>
                      <a:pt x="141049" y="86199"/>
                    </a:lnTo>
                    <a:cubicBezTo>
                      <a:pt x="141872" y="64337"/>
                      <a:pt x="146696" y="50015"/>
                      <a:pt x="155618" y="43562"/>
                    </a:cubicBezTo>
                    <a:cubicBezTo>
                      <a:pt x="164540" y="37208"/>
                      <a:pt x="184492" y="34097"/>
                      <a:pt x="215441" y="34097"/>
                    </a:cubicBezTo>
                    <a:cubicBezTo>
                      <a:pt x="243657" y="34097"/>
                      <a:pt x="263115" y="36533"/>
                      <a:pt x="273897" y="41521"/>
                    </a:cubicBezTo>
                    <a:cubicBezTo>
                      <a:pt x="288334" y="48139"/>
                      <a:pt x="297784" y="63514"/>
                      <a:pt x="301850" y="87433"/>
                    </a:cubicBezTo>
                    <a:cubicBezTo>
                      <a:pt x="303216" y="93508"/>
                      <a:pt x="305356" y="96751"/>
                      <a:pt x="308714" y="96751"/>
                    </a:cubicBezTo>
                    <a:cubicBezTo>
                      <a:pt x="311941" y="96751"/>
                      <a:pt x="313587" y="92948"/>
                      <a:pt x="313587" y="85524"/>
                    </a:cubicBezTo>
                    <a:cubicBezTo>
                      <a:pt x="313587" y="60288"/>
                      <a:pt x="311019" y="37208"/>
                      <a:pt x="305620" y="16285"/>
                    </a:cubicBezTo>
                    <a:cubicBezTo>
                      <a:pt x="303447" y="8712"/>
                      <a:pt x="300500" y="4251"/>
                      <a:pt x="296829" y="2638"/>
                    </a:cubicBezTo>
                    <a:cubicBezTo>
                      <a:pt x="293076" y="1024"/>
                      <a:pt x="284812" y="70"/>
                      <a:pt x="272004" y="70"/>
                    </a:cubicBezTo>
                    <a:cubicBezTo>
                      <a:pt x="236101" y="70"/>
                      <a:pt x="200181" y="745"/>
                      <a:pt x="164540" y="2094"/>
                    </a:cubicBezTo>
                    <a:cubicBezTo>
                      <a:pt x="128900" y="3428"/>
                      <a:pt x="107566" y="4251"/>
                      <a:pt x="100141" y="4251"/>
                    </a:cubicBezTo>
                    <a:cubicBezTo>
                      <a:pt x="96339" y="4251"/>
                      <a:pt x="84618" y="3988"/>
                      <a:pt x="65044" y="3313"/>
                    </a:cubicBezTo>
                    <a:cubicBezTo>
                      <a:pt x="45323" y="2934"/>
                      <a:pt x="30886" y="2638"/>
                      <a:pt x="21815" y="2638"/>
                    </a:cubicBezTo>
                    <a:cubicBezTo>
                      <a:pt x="13601" y="2638"/>
                      <a:pt x="9419" y="4646"/>
                      <a:pt x="9419" y="8712"/>
                    </a:cubicBezTo>
                    <a:cubicBezTo>
                      <a:pt x="9419" y="11675"/>
                      <a:pt x="13963" y="13437"/>
                      <a:pt x="23050" y="14375"/>
                    </a:cubicBezTo>
                    <a:cubicBezTo>
                      <a:pt x="29240" y="15198"/>
                      <a:pt x="35462" y="15741"/>
                      <a:pt x="41685" y="16137"/>
                    </a:cubicBezTo>
                    <a:cubicBezTo>
                      <a:pt x="51266" y="18441"/>
                      <a:pt x="57176" y="29784"/>
                      <a:pt x="59628" y="50295"/>
                    </a:cubicBezTo>
                    <a:cubicBezTo>
                      <a:pt x="61801" y="66494"/>
                      <a:pt x="62855" y="110496"/>
                      <a:pt x="62855" y="182468"/>
                    </a:cubicBezTo>
                  </a:path>
                </a:pathLst>
              </a:custGeom>
              <a:solidFill>
                <a:schemeClr val="tx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19" name="Dowolny kształt: kształt 18">
                <a:extLst>
                  <a:ext uri="{FF2B5EF4-FFF2-40B4-BE49-F238E27FC236}">
                    <a16:creationId xmlns:a16="http://schemas.microsoft.com/office/drawing/2014/main" id="{8C0DE318-7522-429E-9425-D036EAA2ACF5}"/>
                  </a:ext>
                </a:extLst>
              </p:cNvPr>
              <p:cNvSpPr/>
              <p:nvPr/>
            </p:nvSpPr>
            <p:spPr>
              <a:xfrm flipV="1">
                <a:off x="2166391" y="3588535"/>
                <a:ext cx="259736" cy="486878"/>
              </a:xfrm>
              <a:custGeom>
                <a:avLst/>
                <a:gdLst>
                  <a:gd name="connsiteX0" fmla="*/ 102679 w 259736"/>
                  <a:gd name="connsiteY0" fmla="*/ 58 h 486878"/>
                  <a:gd name="connsiteX1" fmla="*/ 11941 w 259736"/>
                  <a:gd name="connsiteY1" fmla="*/ 16158 h 486878"/>
                  <a:gd name="connsiteX2" fmla="*/ 72 w 259736"/>
                  <a:gd name="connsiteY2" fmla="*/ 37345 h 486878"/>
                  <a:gd name="connsiteX3" fmla="*/ 3150 w 259736"/>
                  <a:gd name="connsiteY3" fmla="*/ 118765 h 486878"/>
                  <a:gd name="connsiteX4" fmla="*/ 10723 w 259736"/>
                  <a:gd name="connsiteY4" fmla="*/ 134832 h 486878"/>
                  <a:gd name="connsiteX5" fmla="*/ 16929 w 259736"/>
                  <a:gd name="connsiteY5" fmla="*/ 124280 h 486878"/>
                  <a:gd name="connsiteX6" fmla="*/ 22460 w 259736"/>
                  <a:gd name="connsiteY6" fmla="*/ 92541 h 486878"/>
                  <a:gd name="connsiteX7" fmla="*/ 111305 w 259736"/>
                  <a:gd name="connsiteY7" fmla="*/ 29904 h 486878"/>
                  <a:gd name="connsiteX8" fmla="*/ 173959 w 259736"/>
                  <a:gd name="connsiteY8" fmla="*/ 52885 h 486878"/>
                  <a:gd name="connsiteX9" fmla="*/ 194455 w 259736"/>
                  <a:gd name="connsiteY9" fmla="*/ 100657 h 486878"/>
                  <a:gd name="connsiteX10" fmla="*/ 133726 w 259736"/>
                  <a:gd name="connsiteY10" fmla="*/ 200153 h 486878"/>
                  <a:gd name="connsiteX11" fmla="*/ 105083 w 259736"/>
                  <a:gd name="connsiteY11" fmla="*/ 222311 h 486878"/>
                  <a:gd name="connsiteX12" fmla="*/ 13291 w 259736"/>
                  <a:gd name="connsiteY12" fmla="*/ 369596 h 486878"/>
                  <a:gd name="connsiteX13" fmla="*/ 52964 w 259736"/>
                  <a:gd name="connsiteY13" fmla="*/ 453997 h 486878"/>
                  <a:gd name="connsiteX14" fmla="*/ 156526 w 259736"/>
                  <a:gd name="connsiteY14" fmla="*/ 486937 h 486878"/>
                  <a:gd name="connsiteX15" fmla="*/ 239132 w 259736"/>
                  <a:gd name="connsiteY15" fmla="*/ 476286 h 486878"/>
                  <a:gd name="connsiteX16" fmla="*/ 247775 w 259736"/>
                  <a:gd name="connsiteY16" fmla="*/ 468845 h 486878"/>
                  <a:gd name="connsiteX17" fmla="*/ 246606 w 259736"/>
                  <a:gd name="connsiteY17" fmla="*/ 446967 h 486878"/>
                  <a:gd name="connsiteX18" fmla="*/ 245388 w 259736"/>
                  <a:gd name="connsiteY18" fmla="*/ 394454 h 486878"/>
                  <a:gd name="connsiteX19" fmla="*/ 238622 w 259736"/>
                  <a:gd name="connsiteY19" fmla="*/ 375671 h 486878"/>
                  <a:gd name="connsiteX20" fmla="*/ 232432 w 259736"/>
                  <a:gd name="connsiteY20" fmla="*/ 386881 h 486878"/>
                  <a:gd name="connsiteX21" fmla="*/ 216086 w 259736"/>
                  <a:gd name="connsiteY21" fmla="*/ 427789 h 486878"/>
                  <a:gd name="connsiteX22" fmla="*/ 148559 w 259736"/>
                  <a:gd name="connsiteY22" fmla="*/ 458310 h 486878"/>
                  <a:gd name="connsiteX23" fmla="*/ 94547 w 259736"/>
                  <a:gd name="connsiteY23" fmla="*/ 440646 h 486878"/>
                  <a:gd name="connsiteX24" fmla="*/ 74595 w 259736"/>
                  <a:gd name="connsiteY24" fmla="*/ 394454 h 486878"/>
                  <a:gd name="connsiteX25" fmla="*/ 88637 w 259736"/>
                  <a:gd name="connsiteY25" fmla="*/ 353134 h 486878"/>
                  <a:gd name="connsiteX26" fmla="*/ 140476 w 259736"/>
                  <a:gd name="connsiteY26" fmla="*/ 304802 h 486878"/>
                  <a:gd name="connsiteX27" fmla="*/ 157893 w 259736"/>
                  <a:gd name="connsiteY27" fmla="*/ 291846 h 486878"/>
                  <a:gd name="connsiteX28" fmla="*/ 236745 w 259736"/>
                  <a:gd name="connsiteY28" fmla="*/ 213932 h 486878"/>
                  <a:gd name="connsiteX29" fmla="*/ 259809 w 259736"/>
                  <a:gd name="connsiteY29" fmla="*/ 133598 h 486878"/>
                  <a:gd name="connsiteX30" fmla="*/ 201336 w 259736"/>
                  <a:gd name="connsiteY30" fmla="*/ 25574 h 486878"/>
                  <a:gd name="connsiteX31" fmla="*/ 102679 w 259736"/>
                  <a:gd name="connsiteY31" fmla="*/ 58 h 486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59736" h="486878">
                    <a:moveTo>
                      <a:pt x="102679" y="58"/>
                    </a:moveTo>
                    <a:cubicBezTo>
                      <a:pt x="66611" y="58"/>
                      <a:pt x="36354" y="5474"/>
                      <a:pt x="11941" y="16158"/>
                    </a:cubicBezTo>
                    <a:cubicBezTo>
                      <a:pt x="3957" y="19516"/>
                      <a:pt x="72" y="26545"/>
                      <a:pt x="72" y="37345"/>
                    </a:cubicBezTo>
                    <a:cubicBezTo>
                      <a:pt x="72" y="59601"/>
                      <a:pt x="1125" y="86763"/>
                      <a:pt x="3150" y="118765"/>
                    </a:cubicBezTo>
                    <a:cubicBezTo>
                      <a:pt x="3957" y="129416"/>
                      <a:pt x="6541" y="134832"/>
                      <a:pt x="10723" y="134832"/>
                    </a:cubicBezTo>
                    <a:cubicBezTo>
                      <a:pt x="14904" y="134832"/>
                      <a:pt x="16929" y="131326"/>
                      <a:pt x="16929" y="124280"/>
                    </a:cubicBezTo>
                    <a:cubicBezTo>
                      <a:pt x="16929" y="115638"/>
                      <a:pt x="18805" y="105118"/>
                      <a:pt x="22460" y="92541"/>
                    </a:cubicBezTo>
                    <a:cubicBezTo>
                      <a:pt x="34889" y="50843"/>
                      <a:pt x="64454" y="29904"/>
                      <a:pt x="111305" y="29904"/>
                    </a:cubicBezTo>
                    <a:cubicBezTo>
                      <a:pt x="137365" y="29904"/>
                      <a:pt x="158271" y="37608"/>
                      <a:pt x="173959" y="52885"/>
                    </a:cubicBezTo>
                    <a:cubicBezTo>
                      <a:pt x="187722" y="66630"/>
                      <a:pt x="194455" y="82434"/>
                      <a:pt x="194455" y="100657"/>
                    </a:cubicBezTo>
                    <a:cubicBezTo>
                      <a:pt x="194455" y="135079"/>
                      <a:pt x="174190" y="168151"/>
                      <a:pt x="133726" y="200153"/>
                    </a:cubicBezTo>
                    <a:lnTo>
                      <a:pt x="105083" y="222311"/>
                    </a:lnTo>
                    <a:cubicBezTo>
                      <a:pt x="43795" y="270528"/>
                      <a:pt x="13291" y="319519"/>
                      <a:pt x="13291" y="369596"/>
                    </a:cubicBezTo>
                    <a:cubicBezTo>
                      <a:pt x="13291" y="404035"/>
                      <a:pt x="26345" y="431987"/>
                      <a:pt x="52964" y="453997"/>
                    </a:cubicBezTo>
                    <a:cubicBezTo>
                      <a:pt x="79287" y="475858"/>
                      <a:pt x="114005" y="486937"/>
                      <a:pt x="156526" y="486937"/>
                    </a:cubicBezTo>
                    <a:cubicBezTo>
                      <a:pt x="183968" y="486937"/>
                      <a:pt x="211476" y="483431"/>
                      <a:pt x="239132" y="476286"/>
                    </a:cubicBezTo>
                    <a:cubicBezTo>
                      <a:pt x="244976" y="474656"/>
                      <a:pt x="247775" y="472220"/>
                      <a:pt x="247775" y="468845"/>
                    </a:cubicBezTo>
                    <a:cubicBezTo>
                      <a:pt x="247775" y="469800"/>
                      <a:pt x="247396" y="462359"/>
                      <a:pt x="246606" y="446967"/>
                    </a:cubicBezTo>
                    <a:cubicBezTo>
                      <a:pt x="245767" y="431312"/>
                      <a:pt x="245388" y="413895"/>
                      <a:pt x="245388" y="394454"/>
                    </a:cubicBezTo>
                    <a:cubicBezTo>
                      <a:pt x="245388" y="381893"/>
                      <a:pt x="243067" y="375671"/>
                      <a:pt x="238622" y="375671"/>
                    </a:cubicBezTo>
                    <a:cubicBezTo>
                      <a:pt x="234441" y="375671"/>
                      <a:pt x="232432" y="379457"/>
                      <a:pt x="232432" y="386881"/>
                    </a:cubicBezTo>
                    <a:cubicBezTo>
                      <a:pt x="232432" y="400676"/>
                      <a:pt x="227033" y="414307"/>
                      <a:pt x="216086" y="427789"/>
                    </a:cubicBezTo>
                    <a:cubicBezTo>
                      <a:pt x="200002" y="448202"/>
                      <a:pt x="177565" y="458310"/>
                      <a:pt x="148559" y="458310"/>
                    </a:cubicBezTo>
                    <a:cubicBezTo>
                      <a:pt x="125627" y="458310"/>
                      <a:pt x="107799" y="452383"/>
                      <a:pt x="94547" y="440646"/>
                    </a:cubicBezTo>
                    <a:cubicBezTo>
                      <a:pt x="81196" y="428744"/>
                      <a:pt x="74595" y="413484"/>
                      <a:pt x="74595" y="394454"/>
                    </a:cubicBezTo>
                    <a:cubicBezTo>
                      <a:pt x="74595" y="379737"/>
                      <a:pt x="79287" y="366090"/>
                      <a:pt x="88637" y="353134"/>
                    </a:cubicBezTo>
                    <a:cubicBezTo>
                      <a:pt x="98070" y="340031"/>
                      <a:pt x="115223" y="324095"/>
                      <a:pt x="140476" y="304802"/>
                    </a:cubicBezTo>
                    <a:lnTo>
                      <a:pt x="157893" y="291846"/>
                    </a:lnTo>
                    <a:cubicBezTo>
                      <a:pt x="194998" y="263614"/>
                      <a:pt x="221502" y="237818"/>
                      <a:pt x="236745" y="213932"/>
                    </a:cubicBezTo>
                    <a:cubicBezTo>
                      <a:pt x="251956" y="190177"/>
                      <a:pt x="259809" y="163295"/>
                      <a:pt x="259809" y="133598"/>
                    </a:cubicBezTo>
                    <a:cubicBezTo>
                      <a:pt x="259809" y="86763"/>
                      <a:pt x="240219" y="50695"/>
                      <a:pt x="201336" y="25574"/>
                    </a:cubicBezTo>
                    <a:cubicBezTo>
                      <a:pt x="175326" y="8585"/>
                      <a:pt x="142352" y="58"/>
                      <a:pt x="102679" y="58"/>
                    </a:cubicBezTo>
                  </a:path>
                </a:pathLst>
              </a:custGeom>
              <a:solidFill>
                <a:schemeClr val="tx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20" name="Dowolny kształt: kształt 19">
                <a:extLst>
                  <a:ext uri="{FF2B5EF4-FFF2-40B4-BE49-F238E27FC236}">
                    <a16:creationId xmlns:a16="http://schemas.microsoft.com/office/drawing/2014/main" id="{66D4972E-AC59-4B27-8691-F5EC492F986B}"/>
                  </a:ext>
                </a:extLst>
              </p:cNvPr>
              <p:cNvSpPr/>
              <p:nvPr/>
            </p:nvSpPr>
            <p:spPr>
              <a:xfrm flipV="1">
                <a:off x="2438293" y="3591761"/>
                <a:ext cx="419615" cy="477956"/>
              </a:xfrm>
              <a:custGeom>
                <a:avLst/>
                <a:gdLst>
                  <a:gd name="connsiteX0" fmla="*/ 175686 w 419615"/>
                  <a:gd name="connsiteY0" fmla="*/ 179900 h 477956"/>
                  <a:gd name="connsiteX1" fmla="*/ 175686 w 419615"/>
                  <a:gd name="connsiteY1" fmla="*/ 434550 h 477956"/>
                  <a:gd name="connsiteX2" fmla="*/ 83219 w 419615"/>
                  <a:gd name="connsiteY2" fmla="*/ 431982 h 477956"/>
                  <a:gd name="connsiteX3" fmla="*/ 23035 w 419615"/>
                  <a:gd name="connsiteY3" fmla="*/ 413890 h 477956"/>
                  <a:gd name="connsiteX4" fmla="*/ 12499 w 419615"/>
                  <a:gd name="connsiteY4" fmla="*/ 392292 h 477956"/>
                  <a:gd name="connsiteX5" fmla="*/ 5634 w 419615"/>
                  <a:gd name="connsiteY5" fmla="*/ 384719 h 477956"/>
                  <a:gd name="connsiteX6" fmla="*/ 87 w 419615"/>
                  <a:gd name="connsiteY6" fmla="*/ 394712 h 477956"/>
                  <a:gd name="connsiteX7" fmla="*/ 13042 w 419615"/>
                  <a:gd name="connsiteY7" fmla="*/ 465992 h 477956"/>
                  <a:gd name="connsiteX8" fmla="*/ 20450 w 419615"/>
                  <a:gd name="connsiteY8" fmla="*/ 478026 h 477956"/>
                  <a:gd name="connsiteX9" fmla="*/ 30459 w 419615"/>
                  <a:gd name="connsiteY9" fmla="*/ 474635 h 477956"/>
                  <a:gd name="connsiteX10" fmla="*/ 47184 w 419615"/>
                  <a:gd name="connsiteY10" fmla="*/ 470601 h 477956"/>
                  <a:gd name="connsiteX11" fmla="*/ 109164 w 419615"/>
                  <a:gd name="connsiteY11" fmla="*/ 467210 h 477956"/>
                  <a:gd name="connsiteX12" fmla="*/ 355138 w 419615"/>
                  <a:gd name="connsiteY12" fmla="*/ 467210 h 477956"/>
                  <a:gd name="connsiteX13" fmla="*/ 385511 w 419615"/>
                  <a:gd name="connsiteY13" fmla="*/ 470601 h 477956"/>
                  <a:gd name="connsiteX14" fmla="*/ 414681 w 419615"/>
                  <a:gd name="connsiteY14" fmla="*/ 473844 h 477956"/>
                  <a:gd name="connsiteX15" fmla="*/ 419702 w 419615"/>
                  <a:gd name="connsiteY15" fmla="*/ 460741 h 477956"/>
                  <a:gd name="connsiteX16" fmla="*/ 418863 w 419615"/>
                  <a:gd name="connsiteY16" fmla="*/ 425792 h 477956"/>
                  <a:gd name="connsiteX17" fmla="*/ 417266 w 419615"/>
                  <a:gd name="connsiteY17" fmla="*/ 387979 h 477956"/>
                  <a:gd name="connsiteX18" fmla="*/ 412245 w 419615"/>
                  <a:gd name="connsiteY18" fmla="*/ 378497 h 477956"/>
                  <a:gd name="connsiteX19" fmla="*/ 405528 w 419615"/>
                  <a:gd name="connsiteY19" fmla="*/ 391057 h 477956"/>
                  <a:gd name="connsiteX20" fmla="*/ 404820 w 419615"/>
                  <a:gd name="connsiteY20" fmla="*/ 397823 h 477956"/>
                  <a:gd name="connsiteX21" fmla="*/ 331663 w 419615"/>
                  <a:gd name="connsiteY21" fmla="*/ 432509 h 477956"/>
                  <a:gd name="connsiteX22" fmla="*/ 253370 w 419615"/>
                  <a:gd name="connsiteY22" fmla="*/ 434550 h 477956"/>
                  <a:gd name="connsiteX23" fmla="*/ 253370 w 419615"/>
                  <a:gd name="connsiteY23" fmla="*/ 179900 h 477956"/>
                  <a:gd name="connsiteX24" fmla="*/ 256317 w 419615"/>
                  <a:gd name="connsiteY24" fmla="*/ 47200 h 477956"/>
                  <a:gd name="connsiteX25" fmla="*/ 280763 w 419615"/>
                  <a:gd name="connsiteY25" fmla="*/ 13568 h 477956"/>
                  <a:gd name="connsiteX26" fmla="*/ 312354 w 419615"/>
                  <a:gd name="connsiteY26" fmla="*/ 11148 h 477956"/>
                  <a:gd name="connsiteX27" fmla="*/ 322346 w 419615"/>
                  <a:gd name="connsiteY27" fmla="*/ 6144 h 477956"/>
                  <a:gd name="connsiteX28" fmla="*/ 310477 w 419615"/>
                  <a:gd name="connsiteY28" fmla="*/ 69 h 477956"/>
                  <a:gd name="connsiteX29" fmla="*/ 252662 w 419615"/>
                  <a:gd name="connsiteY29" fmla="*/ 859 h 477956"/>
                  <a:gd name="connsiteX30" fmla="*/ 212989 w 419615"/>
                  <a:gd name="connsiteY30" fmla="*/ 1683 h 477956"/>
                  <a:gd name="connsiteX31" fmla="*/ 177761 w 419615"/>
                  <a:gd name="connsiteY31" fmla="*/ 859 h 477956"/>
                  <a:gd name="connsiteX32" fmla="*/ 134663 w 419615"/>
                  <a:gd name="connsiteY32" fmla="*/ 69 h 477956"/>
                  <a:gd name="connsiteX33" fmla="*/ 122382 w 419615"/>
                  <a:gd name="connsiteY33" fmla="*/ 6144 h 477956"/>
                  <a:gd name="connsiteX34" fmla="*/ 135881 w 419615"/>
                  <a:gd name="connsiteY34" fmla="*/ 11807 h 477956"/>
                  <a:gd name="connsiteX35" fmla="*/ 154648 w 419615"/>
                  <a:gd name="connsiteY35" fmla="*/ 13568 h 477956"/>
                  <a:gd name="connsiteX36" fmla="*/ 172591 w 419615"/>
                  <a:gd name="connsiteY36" fmla="*/ 47858 h 477956"/>
                  <a:gd name="connsiteX37" fmla="*/ 175686 w 419615"/>
                  <a:gd name="connsiteY37" fmla="*/ 179900 h 477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19615" h="477956">
                    <a:moveTo>
                      <a:pt x="175686" y="179900"/>
                    </a:moveTo>
                    <a:lnTo>
                      <a:pt x="175686" y="434550"/>
                    </a:lnTo>
                    <a:lnTo>
                      <a:pt x="83219" y="431982"/>
                    </a:lnTo>
                    <a:cubicBezTo>
                      <a:pt x="50444" y="431192"/>
                      <a:pt x="30459" y="425101"/>
                      <a:pt x="23035" y="413890"/>
                    </a:cubicBezTo>
                    <a:cubicBezTo>
                      <a:pt x="17503" y="406054"/>
                      <a:pt x="14129" y="398910"/>
                      <a:pt x="12499" y="392292"/>
                    </a:cubicBezTo>
                    <a:cubicBezTo>
                      <a:pt x="11165" y="387156"/>
                      <a:pt x="8861" y="384719"/>
                      <a:pt x="5634" y="384719"/>
                    </a:cubicBezTo>
                    <a:cubicBezTo>
                      <a:pt x="1947" y="384719"/>
                      <a:pt x="87" y="387979"/>
                      <a:pt x="87" y="394712"/>
                    </a:cubicBezTo>
                    <a:cubicBezTo>
                      <a:pt x="87" y="405906"/>
                      <a:pt x="4416" y="429545"/>
                      <a:pt x="13042" y="465992"/>
                    </a:cubicBezTo>
                    <a:cubicBezTo>
                      <a:pt x="15050" y="474108"/>
                      <a:pt x="17503" y="478026"/>
                      <a:pt x="20450" y="478026"/>
                    </a:cubicBezTo>
                    <a:cubicBezTo>
                      <a:pt x="21685" y="478026"/>
                      <a:pt x="25207" y="476808"/>
                      <a:pt x="30459" y="474635"/>
                    </a:cubicBezTo>
                    <a:cubicBezTo>
                      <a:pt x="35858" y="472363"/>
                      <a:pt x="41390" y="470865"/>
                      <a:pt x="47184" y="470601"/>
                    </a:cubicBezTo>
                    <a:cubicBezTo>
                      <a:pt x="69638" y="468313"/>
                      <a:pt x="90232" y="467210"/>
                      <a:pt x="109164" y="467210"/>
                    </a:cubicBezTo>
                    <a:lnTo>
                      <a:pt x="355138" y="467210"/>
                    </a:lnTo>
                    <a:cubicBezTo>
                      <a:pt x="362332" y="467210"/>
                      <a:pt x="372275" y="468313"/>
                      <a:pt x="385511" y="470601"/>
                    </a:cubicBezTo>
                    <a:cubicBezTo>
                      <a:pt x="398911" y="472758"/>
                      <a:pt x="408623" y="473844"/>
                      <a:pt x="414681" y="473844"/>
                    </a:cubicBezTo>
                    <a:cubicBezTo>
                      <a:pt x="418072" y="473844"/>
                      <a:pt x="419702" y="469383"/>
                      <a:pt x="419702" y="460741"/>
                    </a:cubicBezTo>
                    <a:cubicBezTo>
                      <a:pt x="419702" y="456559"/>
                      <a:pt x="419422" y="445069"/>
                      <a:pt x="418863" y="425792"/>
                    </a:cubicBezTo>
                    <a:cubicBezTo>
                      <a:pt x="418204" y="406729"/>
                      <a:pt x="417628" y="394185"/>
                      <a:pt x="417266" y="387979"/>
                    </a:cubicBezTo>
                    <a:cubicBezTo>
                      <a:pt x="416854" y="381641"/>
                      <a:pt x="415109" y="378497"/>
                      <a:pt x="412245" y="378497"/>
                    </a:cubicBezTo>
                    <a:cubicBezTo>
                      <a:pt x="408623" y="378497"/>
                      <a:pt x="406319" y="382579"/>
                      <a:pt x="405528" y="391057"/>
                    </a:cubicBezTo>
                    <a:lnTo>
                      <a:pt x="404820" y="397823"/>
                    </a:lnTo>
                    <a:cubicBezTo>
                      <a:pt x="402812" y="419685"/>
                      <a:pt x="378383" y="431307"/>
                      <a:pt x="331663" y="432509"/>
                    </a:cubicBezTo>
                    <a:lnTo>
                      <a:pt x="253370" y="434550"/>
                    </a:lnTo>
                    <a:lnTo>
                      <a:pt x="253370" y="179900"/>
                    </a:lnTo>
                    <a:cubicBezTo>
                      <a:pt x="253370" y="109690"/>
                      <a:pt x="254407" y="65423"/>
                      <a:pt x="256317" y="47200"/>
                    </a:cubicBezTo>
                    <a:cubicBezTo>
                      <a:pt x="258885" y="26935"/>
                      <a:pt x="266853" y="15873"/>
                      <a:pt x="280763" y="13568"/>
                    </a:cubicBezTo>
                    <a:cubicBezTo>
                      <a:pt x="292632" y="11955"/>
                      <a:pt x="303151" y="11148"/>
                      <a:pt x="312354" y="11148"/>
                    </a:cubicBezTo>
                    <a:cubicBezTo>
                      <a:pt x="318988" y="11148"/>
                      <a:pt x="322346" y="9502"/>
                      <a:pt x="322346" y="6144"/>
                    </a:cubicBezTo>
                    <a:cubicBezTo>
                      <a:pt x="322346" y="2078"/>
                      <a:pt x="318412" y="69"/>
                      <a:pt x="310477" y="69"/>
                    </a:cubicBezTo>
                    <a:cubicBezTo>
                      <a:pt x="294657" y="69"/>
                      <a:pt x="275495" y="366"/>
                      <a:pt x="252662" y="859"/>
                    </a:cubicBezTo>
                    <a:cubicBezTo>
                      <a:pt x="229846" y="1419"/>
                      <a:pt x="216759" y="1683"/>
                      <a:pt x="212989" y="1683"/>
                    </a:cubicBezTo>
                    <a:cubicBezTo>
                      <a:pt x="209170" y="1683"/>
                      <a:pt x="197581" y="1419"/>
                      <a:pt x="177761" y="859"/>
                    </a:cubicBezTo>
                    <a:cubicBezTo>
                      <a:pt x="158319" y="366"/>
                      <a:pt x="143717" y="69"/>
                      <a:pt x="134663" y="69"/>
                    </a:cubicBezTo>
                    <a:cubicBezTo>
                      <a:pt x="126432" y="69"/>
                      <a:pt x="122382" y="2078"/>
                      <a:pt x="122382" y="6144"/>
                    </a:cubicBezTo>
                    <a:cubicBezTo>
                      <a:pt x="122382" y="9107"/>
                      <a:pt x="126860" y="10868"/>
                      <a:pt x="135881" y="11807"/>
                    </a:cubicBezTo>
                    <a:cubicBezTo>
                      <a:pt x="142071" y="12630"/>
                      <a:pt x="148327" y="13173"/>
                      <a:pt x="154648" y="13568"/>
                    </a:cubicBezTo>
                    <a:cubicBezTo>
                      <a:pt x="164097" y="15873"/>
                      <a:pt x="170155" y="27215"/>
                      <a:pt x="172591" y="47858"/>
                    </a:cubicBezTo>
                    <a:cubicBezTo>
                      <a:pt x="174633" y="66098"/>
                      <a:pt x="175686" y="110101"/>
                      <a:pt x="175686" y="179900"/>
                    </a:cubicBezTo>
                  </a:path>
                </a:pathLst>
              </a:custGeom>
              <a:solidFill>
                <a:schemeClr val="tx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  <p:sp>
            <p:nvSpPr>
              <p:cNvPr id="21" name="Dowolny kształt: kształt 20">
                <a:extLst>
                  <a:ext uri="{FF2B5EF4-FFF2-40B4-BE49-F238E27FC236}">
                    <a16:creationId xmlns:a16="http://schemas.microsoft.com/office/drawing/2014/main" id="{65425EA7-7AC9-49E8-A7DE-3D634F4A48A9}"/>
                  </a:ext>
                </a:extLst>
              </p:cNvPr>
              <p:cNvSpPr/>
              <p:nvPr/>
            </p:nvSpPr>
            <p:spPr>
              <a:xfrm flipV="1">
                <a:off x="2865843" y="3586641"/>
                <a:ext cx="705872" cy="482796"/>
              </a:xfrm>
              <a:custGeom>
                <a:avLst/>
                <a:gdLst>
                  <a:gd name="connsiteX0" fmla="*/ 488054 w 705872"/>
                  <a:gd name="connsiteY0" fmla="*/ 192971 h 482796"/>
                  <a:gd name="connsiteX1" fmla="*/ 373841 w 705872"/>
                  <a:gd name="connsiteY1" fmla="*/ 192971 h 482796"/>
                  <a:gd name="connsiteX2" fmla="*/ 371421 w 705872"/>
                  <a:gd name="connsiteY2" fmla="*/ 197317 h 482796"/>
                  <a:gd name="connsiteX3" fmla="*/ 428561 w 705872"/>
                  <a:gd name="connsiteY3" fmla="*/ 350133 h 482796"/>
                  <a:gd name="connsiteX4" fmla="*/ 432314 w 705872"/>
                  <a:gd name="connsiteY4" fmla="*/ 355681 h 482796"/>
                  <a:gd name="connsiteX5" fmla="*/ 435409 w 705872"/>
                  <a:gd name="connsiteY5" fmla="*/ 350133 h 482796"/>
                  <a:gd name="connsiteX6" fmla="*/ 491198 w 705872"/>
                  <a:gd name="connsiteY6" fmla="*/ 196659 h 482796"/>
                  <a:gd name="connsiteX7" fmla="*/ 488054 w 705872"/>
                  <a:gd name="connsiteY7" fmla="*/ 192971 h 482796"/>
                  <a:gd name="connsiteX8" fmla="*/ 697879 w 705872"/>
                  <a:gd name="connsiteY8" fmla="*/ 11116 h 482796"/>
                  <a:gd name="connsiteX9" fmla="*/ 671819 w 705872"/>
                  <a:gd name="connsiteY9" fmla="*/ 13552 h 482796"/>
                  <a:gd name="connsiteX10" fmla="*/ 617314 w 705872"/>
                  <a:gd name="connsiteY10" fmla="*/ 81343 h 482796"/>
                  <a:gd name="connsiteX11" fmla="*/ 463213 w 705872"/>
                  <a:gd name="connsiteY11" fmla="*/ 462997 h 482796"/>
                  <a:gd name="connsiteX12" fmla="*/ 447722 w 705872"/>
                  <a:gd name="connsiteY12" fmla="*/ 482866 h 482796"/>
                  <a:gd name="connsiteX13" fmla="*/ 430437 w 705872"/>
                  <a:gd name="connsiteY13" fmla="*/ 458025 h 482796"/>
                  <a:gd name="connsiteX14" fmla="*/ 274477 w 705872"/>
                  <a:gd name="connsiteY14" fmla="*/ 68222 h 482796"/>
                  <a:gd name="connsiteX15" fmla="*/ 253949 w 705872"/>
                  <a:gd name="connsiteY15" fmla="*/ 29751 h 482796"/>
                  <a:gd name="connsiteX16" fmla="*/ 221831 w 705872"/>
                  <a:gd name="connsiteY16" fmla="*/ 12334 h 482796"/>
                  <a:gd name="connsiteX17" fmla="*/ 159045 w 705872"/>
                  <a:gd name="connsiteY17" fmla="*/ 13552 h 482796"/>
                  <a:gd name="connsiteX18" fmla="*/ 134188 w 705872"/>
                  <a:gd name="connsiteY18" fmla="*/ 44056 h 482796"/>
                  <a:gd name="connsiteX19" fmla="*/ 131751 w 705872"/>
                  <a:gd name="connsiteY19" fmla="*/ 179884 h 482796"/>
                  <a:gd name="connsiteX20" fmla="*/ 131751 w 705872"/>
                  <a:gd name="connsiteY20" fmla="*/ 289125 h 482796"/>
                  <a:gd name="connsiteX21" fmla="*/ 132986 w 705872"/>
                  <a:gd name="connsiteY21" fmla="*/ 420492 h 482796"/>
                  <a:gd name="connsiteX22" fmla="*/ 155951 w 705872"/>
                  <a:gd name="connsiteY22" fmla="*/ 455984 h 482796"/>
                  <a:gd name="connsiteX23" fmla="*/ 175540 w 705872"/>
                  <a:gd name="connsiteY23" fmla="*/ 457745 h 482796"/>
                  <a:gd name="connsiteX24" fmla="*/ 184528 w 705872"/>
                  <a:gd name="connsiteY24" fmla="*/ 463951 h 482796"/>
                  <a:gd name="connsiteX25" fmla="*/ 171491 w 705872"/>
                  <a:gd name="connsiteY25" fmla="*/ 468956 h 482796"/>
                  <a:gd name="connsiteX26" fmla="*/ 130550 w 705872"/>
                  <a:gd name="connsiteY26" fmla="*/ 468149 h 482796"/>
                  <a:gd name="connsiteX27" fmla="*/ 95881 w 705872"/>
                  <a:gd name="connsiteY27" fmla="*/ 467343 h 482796"/>
                  <a:gd name="connsiteX28" fmla="*/ 57640 w 705872"/>
                  <a:gd name="connsiteY28" fmla="*/ 468149 h 482796"/>
                  <a:gd name="connsiteX29" fmla="*/ 15118 w 705872"/>
                  <a:gd name="connsiteY29" fmla="*/ 468956 h 482796"/>
                  <a:gd name="connsiteX30" fmla="*/ 122 w 705872"/>
                  <a:gd name="connsiteY30" fmla="*/ 463951 h 482796"/>
                  <a:gd name="connsiteX31" fmla="*/ 11052 w 705872"/>
                  <a:gd name="connsiteY31" fmla="*/ 457745 h 482796"/>
                  <a:gd name="connsiteX32" fmla="*/ 32387 w 705872"/>
                  <a:gd name="connsiteY32" fmla="*/ 455194 h 482796"/>
                  <a:gd name="connsiteX33" fmla="*/ 53475 w 705872"/>
                  <a:gd name="connsiteY33" fmla="*/ 420492 h 482796"/>
                  <a:gd name="connsiteX34" fmla="*/ 54841 w 705872"/>
                  <a:gd name="connsiteY34" fmla="*/ 289125 h 482796"/>
                  <a:gd name="connsiteX35" fmla="*/ 54841 w 705872"/>
                  <a:gd name="connsiteY35" fmla="*/ 179884 h 482796"/>
                  <a:gd name="connsiteX36" fmla="*/ 51845 w 705872"/>
                  <a:gd name="connsiteY36" fmla="*/ 44353 h 482796"/>
                  <a:gd name="connsiteX37" fmla="*/ 33622 w 705872"/>
                  <a:gd name="connsiteY37" fmla="*/ 13552 h 482796"/>
                  <a:gd name="connsiteX38" fmla="*/ 15118 w 705872"/>
                  <a:gd name="connsiteY38" fmla="*/ 11791 h 482796"/>
                  <a:gd name="connsiteX39" fmla="*/ 1340 w 705872"/>
                  <a:gd name="connsiteY39" fmla="*/ 6243 h 482796"/>
                  <a:gd name="connsiteX40" fmla="*/ 13768 w 705872"/>
                  <a:gd name="connsiteY40" fmla="*/ 70 h 482796"/>
                  <a:gd name="connsiteX41" fmla="*/ 56981 w 705872"/>
                  <a:gd name="connsiteY41" fmla="*/ 860 h 482796"/>
                  <a:gd name="connsiteX42" fmla="*/ 92062 w 705872"/>
                  <a:gd name="connsiteY42" fmla="*/ 1667 h 482796"/>
                  <a:gd name="connsiteX43" fmla="*/ 131373 w 705872"/>
                  <a:gd name="connsiteY43" fmla="*/ 860 h 482796"/>
                  <a:gd name="connsiteX44" fmla="*/ 188858 w 705872"/>
                  <a:gd name="connsiteY44" fmla="*/ 70 h 482796"/>
                  <a:gd name="connsiteX45" fmla="*/ 206834 w 705872"/>
                  <a:gd name="connsiteY45" fmla="*/ 70 h 482796"/>
                  <a:gd name="connsiteX46" fmla="*/ 280173 w 705872"/>
                  <a:gd name="connsiteY46" fmla="*/ 1667 h 482796"/>
                  <a:gd name="connsiteX47" fmla="*/ 312718 w 705872"/>
                  <a:gd name="connsiteY47" fmla="*/ 860 h 482796"/>
                  <a:gd name="connsiteX48" fmla="*/ 345922 w 705872"/>
                  <a:gd name="connsiteY48" fmla="*/ 70 h 482796"/>
                  <a:gd name="connsiteX49" fmla="*/ 356556 w 705872"/>
                  <a:gd name="connsiteY49" fmla="*/ 6111 h 482796"/>
                  <a:gd name="connsiteX50" fmla="*/ 347255 w 705872"/>
                  <a:gd name="connsiteY50" fmla="*/ 10852 h 482796"/>
                  <a:gd name="connsiteX51" fmla="*/ 337822 w 705872"/>
                  <a:gd name="connsiteY51" fmla="*/ 10852 h 482796"/>
                  <a:gd name="connsiteX52" fmla="*/ 313080 w 705872"/>
                  <a:gd name="connsiteY52" fmla="*/ 30310 h 482796"/>
                  <a:gd name="connsiteX53" fmla="*/ 322299 w 705872"/>
                  <a:gd name="connsiteY53" fmla="*/ 68107 h 482796"/>
                  <a:gd name="connsiteX54" fmla="*/ 355914 w 705872"/>
                  <a:gd name="connsiteY54" fmla="*/ 156952 h 482796"/>
                  <a:gd name="connsiteX55" fmla="*/ 361462 w 705872"/>
                  <a:gd name="connsiteY55" fmla="*/ 161792 h 482796"/>
                  <a:gd name="connsiteX56" fmla="*/ 499857 w 705872"/>
                  <a:gd name="connsiteY56" fmla="*/ 161792 h 482796"/>
                  <a:gd name="connsiteX57" fmla="*/ 506047 w 705872"/>
                  <a:gd name="connsiteY57" fmla="*/ 157496 h 482796"/>
                  <a:gd name="connsiteX58" fmla="*/ 555878 w 705872"/>
                  <a:gd name="connsiteY58" fmla="*/ 26096 h 482796"/>
                  <a:gd name="connsiteX59" fmla="*/ 550330 w 705872"/>
                  <a:gd name="connsiteY59" fmla="*/ 11791 h 482796"/>
                  <a:gd name="connsiteX60" fmla="*/ 541407 w 705872"/>
                  <a:gd name="connsiteY60" fmla="*/ 6243 h 482796"/>
                  <a:gd name="connsiteX61" fmla="*/ 560191 w 705872"/>
                  <a:gd name="connsiteY61" fmla="*/ 1255 h 482796"/>
                  <a:gd name="connsiteX62" fmla="*/ 677515 w 705872"/>
                  <a:gd name="connsiteY62" fmla="*/ 70 h 482796"/>
                  <a:gd name="connsiteX63" fmla="*/ 699755 w 705872"/>
                  <a:gd name="connsiteY63" fmla="*/ 1255 h 482796"/>
                  <a:gd name="connsiteX64" fmla="*/ 705994 w 705872"/>
                  <a:gd name="connsiteY64" fmla="*/ 6243 h 482796"/>
                  <a:gd name="connsiteX65" fmla="*/ 697879 w 705872"/>
                  <a:gd name="connsiteY65" fmla="*/ 11116 h 482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705872" h="482796">
                    <a:moveTo>
                      <a:pt x="488054" y="192971"/>
                    </a:moveTo>
                    <a:lnTo>
                      <a:pt x="373841" y="192971"/>
                    </a:lnTo>
                    <a:cubicBezTo>
                      <a:pt x="371421" y="192971"/>
                      <a:pt x="370450" y="194337"/>
                      <a:pt x="371421" y="197317"/>
                    </a:cubicBezTo>
                    <a:lnTo>
                      <a:pt x="428561" y="350133"/>
                    </a:lnTo>
                    <a:cubicBezTo>
                      <a:pt x="429351" y="353788"/>
                      <a:pt x="430569" y="355681"/>
                      <a:pt x="432314" y="355681"/>
                    </a:cubicBezTo>
                    <a:cubicBezTo>
                      <a:pt x="433516" y="355681"/>
                      <a:pt x="434619" y="353788"/>
                      <a:pt x="435409" y="350133"/>
                    </a:cubicBezTo>
                    <a:lnTo>
                      <a:pt x="491198" y="196659"/>
                    </a:lnTo>
                    <a:cubicBezTo>
                      <a:pt x="491989" y="194189"/>
                      <a:pt x="490919" y="192971"/>
                      <a:pt x="488054" y="192971"/>
                    </a:cubicBezTo>
                    <a:moveTo>
                      <a:pt x="697879" y="11116"/>
                    </a:moveTo>
                    <a:cubicBezTo>
                      <a:pt x="688018" y="11116"/>
                      <a:pt x="679375" y="11939"/>
                      <a:pt x="671819" y="13552"/>
                    </a:cubicBezTo>
                    <a:cubicBezTo>
                      <a:pt x="652937" y="17865"/>
                      <a:pt x="634566" y="40286"/>
                      <a:pt x="617314" y="81343"/>
                    </a:cubicBezTo>
                    <a:cubicBezTo>
                      <a:pt x="552733" y="239838"/>
                      <a:pt x="501323" y="367007"/>
                      <a:pt x="463213" y="462997"/>
                    </a:cubicBezTo>
                    <a:cubicBezTo>
                      <a:pt x="457435" y="476248"/>
                      <a:pt x="452315" y="482866"/>
                      <a:pt x="447722" y="482866"/>
                    </a:cubicBezTo>
                    <a:cubicBezTo>
                      <a:pt x="442833" y="482866"/>
                      <a:pt x="437055" y="474619"/>
                      <a:pt x="430437" y="458025"/>
                    </a:cubicBezTo>
                    <a:lnTo>
                      <a:pt x="274477" y="68222"/>
                    </a:lnTo>
                    <a:cubicBezTo>
                      <a:pt x="267480" y="50411"/>
                      <a:pt x="260599" y="37718"/>
                      <a:pt x="253949" y="29751"/>
                    </a:cubicBezTo>
                    <a:cubicBezTo>
                      <a:pt x="245734" y="20022"/>
                      <a:pt x="235083" y="14112"/>
                      <a:pt x="221831" y="12334"/>
                    </a:cubicBezTo>
                    <a:cubicBezTo>
                      <a:pt x="215345" y="11527"/>
                      <a:pt x="171079" y="11939"/>
                      <a:pt x="159045" y="13552"/>
                    </a:cubicBezTo>
                    <a:cubicBezTo>
                      <a:pt x="144197" y="15840"/>
                      <a:pt x="135818" y="25833"/>
                      <a:pt x="134188" y="44056"/>
                    </a:cubicBezTo>
                    <a:cubicBezTo>
                      <a:pt x="132591" y="60666"/>
                      <a:pt x="131751" y="105920"/>
                      <a:pt x="131751" y="179884"/>
                    </a:cubicBezTo>
                    <a:lnTo>
                      <a:pt x="131751" y="289125"/>
                    </a:lnTo>
                    <a:cubicBezTo>
                      <a:pt x="131751" y="363105"/>
                      <a:pt x="132196" y="406977"/>
                      <a:pt x="132986" y="420492"/>
                    </a:cubicBezTo>
                    <a:cubicBezTo>
                      <a:pt x="134188" y="441678"/>
                      <a:pt x="142040" y="453432"/>
                      <a:pt x="155951" y="455984"/>
                    </a:cubicBezTo>
                    <a:cubicBezTo>
                      <a:pt x="162947" y="457218"/>
                      <a:pt x="169565" y="457745"/>
                      <a:pt x="175540" y="457745"/>
                    </a:cubicBezTo>
                    <a:cubicBezTo>
                      <a:pt x="181582" y="457745"/>
                      <a:pt x="184528" y="459770"/>
                      <a:pt x="184528" y="463951"/>
                    </a:cubicBezTo>
                    <a:cubicBezTo>
                      <a:pt x="184528" y="467343"/>
                      <a:pt x="180117" y="468956"/>
                      <a:pt x="171491" y="468956"/>
                    </a:cubicBezTo>
                    <a:cubicBezTo>
                      <a:pt x="162848" y="468956"/>
                      <a:pt x="149185" y="468692"/>
                      <a:pt x="130550" y="468149"/>
                    </a:cubicBezTo>
                    <a:cubicBezTo>
                      <a:pt x="111915" y="467622"/>
                      <a:pt x="100441" y="467343"/>
                      <a:pt x="95881" y="467343"/>
                    </a:cubicBezTo>
                    <a:cubicBezTo>
                      <a:pt x="90333" y="467343"/>
                      <a:pt x="77624" y="467622"/>
                      <a:pt x="57640" y="468149"/>
                    </a:cubicBezTo>
                    <a:cubicBezTo>
                      <a:pt x="37540" y="468692"/>
                      <a:pt x="23366" y="468956"/>
                      <a:pt x="15118" y="468956"/>
                    </a:cubicBezTo>
                    <a:cubicBezTo>
                      <a:pt x="5142" y="468956"/>
                      <a:pt x="122" y="467343"/>
                      <a:pt x="122" y="463951"/>
                    </a:cubicBezTo>
                    <a:cubicBezTo>
                      <a:pt x="122" y="459770"/>
                      <a:pt x="3793" y="457745"/>
                      <a:pt x="11052" y="457745"/>
                    </a:cubicBezTo>
                    <a:cubicBezTo>
                      <a:pt x="18197" y="457745"/>
                      <a:pt x="25522" y="456955"/>
                      <a:pt x="32387" y="455194"/>
                    </a:cubicBezTo>
                    <a:cubicBezTo>
                      <a:pt x="45227" y="451951"/>
                      <a:pt x="52388" y="440460"/>
                      <a:pt x="53475" y="420492"/>
                    </a:cubicBezTo>
                    <a:cubicBezTo>
                      <a:pt x="54265" y="406977"/>
                      <a:pt x="54841" y="363105"/>
                      <a:pt x="54841" y="289125"/>
                    </a:cubicBezTo>
                    <a:lnTo>
                      <a:pt x="54841" y="179884"/>
                    </a:lnTo>
                    <a:cubicBezTo>
                      <a:pt x="54841" y="107929"/>
                      <a:pt x="53722" y="62823"/>
                      <a:pt x="51845" y="44353"/>
                    </a:cubicBezTo>
                    <a:cubicBezTo>
                      <a:pt x="49540" y="25981"/>
                      <a:pt x="43614" y="15840"/>
                      <a:pt x="33622" y="13552"/>
                    </a:cubicBezTo>
                    <a:cubicBezTo>
                      <a:pt x="27547" y="13141"/>
                      <a:pt x="21308" y="12597"/>
                      <a:pt x="15118" y="11791"/>
                    </a:cubicBezTo>
                    <a:cubicBezTo>
                      <a:pt x="5949" y="10852"/>
                      <a:pt x="1340" y="9091"/>
                      <a:pt x="1340" y="6243"/>
                    </a:cubicBezTo>
                    <a:cubicBezTo>
                      <a:pt x="1340" y="2062"/>
                      <a:pt x="5505" y="70"/>
                      <a:pt x="13768" y="70"/>
                    </a:cubicBezTo>
                    <a:cubicBezTo>
                      <a:pt x="22954" y="70"/>
                      <a:pt x="37260" y="317"/>
                      <a:pt x="56981" y="860"/>
                    </a:cubicBezTo>
                    <a:cubicBezTo>
                      <a:pt x="76670" y="1387"/>
                      <a:pt x="88292" y="1667"/>
                      <a:pt x="92062" y="1667"/>
                    </a:cubicBezTo>
                    <a:cubicBezTo>
                      <a:pt x="95881" y="1667"/>
                      <a:pt x="108935" y="1387"/>
                      <a:pt x="131373" y="860"/>
                    </a:cubicBezTo>
                    <a:cubicBezTo>
                      <a:pt x="154057" y="317"/>
                      <a:pt x="173087" y="70"/>
                      <a:pt x="188858" y="70"/>
                    </a:cubicBezTo>
                    <a:lnTo>
                      <a:pt x="206834" y="70"/>
                    </a:lnTo>
                    <a:cubicBezTo>
                      <a:pt x="219806" y="70"/>
                      <a:pt x="244104" y="564"/>
                      <a:pt x="280173" y="1667"/>
                    </a:cubicBezTo>
                    <a:cubicBezTo>
                      <a:pt x="286214" y="1667"/>
                      <a:pt x="297161" y="1387"/>
                      <a:pt x="312718" y="860"/>
                    </a:cubicBezTo>
                    <a:cubicBezTo>
                      <a:pt x="328209" y="317"/>
                      <a:pt x="339156" y="70"/>
                      <a:pt x="345922" y="70"/>
                    </a:cubicBezTo>
                    <a:cubicBezTo>
                      <a:pt x="352951" y="70"/>
                      <a:pt x="356556" y="1947"/>
                      <a:pt x="356556" y="6111"/>
                    </a:cubicBezTo>
                    <a:cubicBezTo>
                      <a:pt x="356556" y="9371"/>
                      <a:pt x="353461" y="10852"/>
                      <a:pt x="347255" y="10852"/>
                    </a:cubicBezTo>
                    <a:lnTo>
                      <a:pt x="337822" y="10852"/>
                    </a:lnTo>
                    <a:cubicBezTo>
                      <a:pt x="321344" y="10852"/>
                      <a:pt x="313080" y="17454"/>
                      <a:pt x="313080" y="30310"/>
                    </a:cubicBezTo>
                    <a:cubicBezTo>
                      <a:pt x="313080" y="38953"/>
                      <a:pt x="316076" y="51481"/>
                      <a:pt x="322299" y="68107"/>
                    </a:cubicBezTo>
                    <a:lnTo>
                      <a:pt x="355914" y="156952"/>
                    </a:lnTo>
                    <a:cubicBezTo>
                      <a:pt x="357132" y="160179"/>
                      <a:pt x="359009" y="161792"/>
                      <a:pt x="361462" y="161792"/>
                    </a:cubicBezTo>
                    <a:lnTo>
                      <a:pt x="499857" y="161792"/>
                    </a:lnTo>
                    <a:cubicBezTo>
                      <a:pt x="502804" y="161792"/>
                      <a:pt x="504829" y="160327"/>
                      <a:pt x="506047" y="157496"/>
                    </a:cubicBezTo>
                    <a:lnTo>
                      <a:pt x="555878" y="26096"/>
                    </a:lnTo>
                    <a:cubicBezTo>
                      <a:pt x="558693" y="18672"/>
                      <a:pt x="556816" y="13816"/>
                      <a:pt x="550330" y="11791"/>
                    </a:cubicBezTo>
                    <a:cubicBezTo>
                      <a:pt x="544371" y="11248"/>
                      <a:pt x="541407" y="9486"/>
                      <a:pt x="541407" y="6243"/>
                    </a:cubicBezTo>
                    <a:cubicBezTo>
                      <a:pt x="541407" y="3296"/>
                      <a:pt x="547614" y="1667"/>
                      <a:pt x="560191" y="1255"/>
                    </a:cubicBezTo>
                    <a:cubicBezTo>
                      <a:pt x="587057" y="465"/>
                      <a:pt x="626088" y="70"/>
                      <a:pt x="677515" y="70"/>
                    </a:cubicBezTo>
                    <a:cubicBezTo>
                      <a:pt x="688298" y="70"/>
                      <a:pt x="695738" y="465"/>
                      <a:pt x="699755" y="1255"/>
                    </a:cubicBezTo>
                    <a:cubicBezTo>
                      <a:pt x="703937" y="2062"/>
                      <a:pt x="705994" y="3708"/>
                      <a:pt x="705994" y="6243"/>
                    </a:cubicBezTo>
                    <a:cubicBezTo>
                      <a:pt x="705994" y="9486"/>
                      <a:pt x="703278" y="11116"/>
                      <a:pt x="697879" y="11116"/>
                    </a:cubicBezTo>
                  </a:path>
                </a:pathLst>
              </a:custGeom>
              <a:solidFill>
                <a:schemeClr val="tx1"/>
              </a:solidFill>
              <a:ln w="306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l-P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867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7D4840C0-D60E-4020-A944-56AC8B278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3350" y="1050925"/>
            <a:ext cx="7769225" cy="5256213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EFAFE5-AC16-441E-99E7-1CFCFD3A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68BA9B-7371-4FF9-A819-3C069F32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151" y="1484314"/>
            <a:ext cx="7121524" cy="4392612"/>
          </a:xfr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+mj-lt"/>
              <a:buNone/>
              <a:tabLst>
                <a:tab pos="628650" algn="l"/>
              </a:tabLst>
              <a:defRPr lang="pl-PL" sz="1600" b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1F38C9E-9E88-4FA3-AAE9-9618CFEA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9A7B7-46B8-43E4-AEDA-7C3EDFDEA19C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3ECF19C-2F0F-48D4-8B28-E206E407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12E2E6-E398-45F0-87D5-473C4004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18071070-82AF-42A3-80F4-2582D23934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1052513"/>
            <a:ext cx="3463925" cy="5254625"/>
          </a:xfrm>
        </p:spPr>
        <p:txBody>
          <a:bodyPr anchor="ctr"/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l-PL" dirty="0"/>
              <a:t>Agenda / Spis treści</a:t>
            </a:r>
          </a:p>
        </p:txBody>
      </p:sp>
    </p:spTree>
    <p:extLst>
      <p:ext uri="{BB962C8B-B14F-4D97-AF65-F5344CB8AC3E}">
        <p14:creationId xmlns:p14="http://schemas.microsoft.com/office/powerpoint/2010/main" val="231376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ymbol zastępczy tekstu 13">
            <a:extLst>
              <a:ext uri="{FF2B5EF4-FFF2-40B4-BE49-F238E27FC236}">
                <a16:creationId xmlns:a16="http://schemas.microsoft.com/office/drawing/2014/main" id="{7D4840C0-D60E-4020-A944-56AC8B278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43350" y="1050925"/>
            <a:ext cx="7769225" cy="5256213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EFAFE5-AC16-441E-99E7-1CFCFD3A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68BA9B-7371-4FF9-A819-3C069F32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151" y="1484314"/>
            <a:ext cx="7336696" cy="4392612"/>
          </a:xfr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 typeface="+mj-lt"/>
              <a:buNone/>
              <a:tabLst>
                <a:tab pos="628650" algn="l"/>
              </a:tabLst>
              <a:defRPr lang="pl-PL" sz="4000" b="1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1F38C9E-9E88-4FA3-AAE9-9618CFEA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B04F-2DDF-4622-ADF2-38CF6CCE194A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3ECF19C-2F0F-48D4-8B28-E206E407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12E2E6-E398-45F0-87D5-473C4004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16" name="Symbol zastępczy tekstu 15">
            <a:extLst>
              <a:ext uri="{FF2B5EF4-FFF2-40B4-BE49-F238E27FC236}">
                <a16:creationId xmlns:a16="http://schemas.microsoft.com/office/drawing/2014/main" id="{18071070-82AF-42A3-80F4-2582D23934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1052513"/>
            <a:ext cx="3463925" cy="5254625"/>
          </a:xfrm>
        </p:spPr>
        <p:txBody>
          <a:bodyPr anchor="ctr"/>
          <a:lstStyle>
            <a:lvl1pPr marL="0" indent="0">
              <a:buNone/>
              <a:defRPr sz="199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l-PL" dirty="0"/>
              <a:t>Nr</a:t>
            </a:r>
          </a:p>
        </p:txBody>
      </p:sp>
    </p:spTree>
    <p:extLst>
      <p:ext uri="{BB962C8B-B14F-4D97-AF65-F5344CB8AC3E}">
        <p14:creationId xmlns:p14="http://schemas.microsoft.com/office/powerpoint/2010/main" val="19428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EFAFE5-AC16-441E-99E7-1CFCFD3A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68BA9B-7371-4FF9-A819-3C069F32E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1F38C9E-9E88-4FA3-AAE9-9618CFEA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7798-4EA2-4B82-B2C7-6C5606ABF8B9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3ECF19C-2F0F-48D4-8B28-E206E407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12E2E6-E398-45F0-87D5-473C4004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957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D59FF0DA-B4A8-4D76-B701-96AECA4AAE0D}"/>
              </a:ext>
            </a:extLst>
          </p:cNvPr>
          <p:cNvSpPr/>
          <p:nvPr userDrawn="1"/>
        </p:nvSpPr>
        <p:spPr>
          <a:xfrm>
            <a:off x="479424" y="1052513"/>
            <a:ext cx="11232423" cy="5256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EFAFE5-AC16-441E-99E7-1CFCFD3A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68BA9B-7371-4FF9-A819-3C069F32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433513"/>
            <a:ext cx="10369550" cy="4443412"/>
          </a:xfrm>
        </p:spPr>
        <p:txBody>
          <a:bodyPr t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1F38C9E-9E88-4FA3-AAE9-9618CFEA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940A-5FC8-4907-AC88-B5F58EABFBC4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3ECF19C-2F0F-48D4-8B28-E206E407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12E2E6-E398-45F0-87D5-473C4004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092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3A0340-250B-47FF-B486-9FB7CE5C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C18A26-4FE2-424E-8B62-970464955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5" y="1268413"/>
            <a:ext cx="5400675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EE94964-0AB3-4539-B756-6B7886B67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900" y="1268413"/>
            <a:ext cx="5399946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7C9C99-CAF3-4889-8FDD-175E5D2F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8CA-77A3-47DD-9A46-BFA6ACB731EB}" type="datetime1">
              <a:rPr lang="pl-PL" smtClean="0"/>
              <a:t>2025-04-17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BEF8A3E-4B89-4A60-8F7A-EC3B1593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679EB82-E0CF-4690-8732-605BF2AD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102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6230923C-9B9F-4CE0-90F0-1462BF7E0B8C}"/>
              </a:ext>
            </a:extLst>
          </p:cNvPr>
          <p:cNvSpPr/>
          <p:nvPr userDrawn="1"/>
        </p:nvSpPr>
        <p:spPr>
          <a:xfrm>
            <a:off x="6311900" y="1052513"/>
            <a:ext cx="5399946" cy="5256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43A0340-250B-47FF-B486-9FB7CE5C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C18A26-4FE2-424E-8B62-970464955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5" y="1391478"/>
            <a:ext cx="5400675" cy="491724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EE94964-0AB3-4539-B756-6B7886B67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3700" y="1391478"/>
            <a:ext cx="4537075" cy="448544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7C9C99-CAF3-4889-8FDD-175E5D2F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9C5B5-9408-475A-9E8A-1AA28D78BF7B}" type="datetime1">
              <a:rPr lang="pl-PL" smtClean="0"/>
              <a:t>2025-04-17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BEF8A3E-4B89-4A60-8F7A-EC3B1593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679EB82-E0CF-4690-8732-605BF2AD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8240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D59FF0DA-B4A8-4D76-B701-96AECA4AAE0D}"/>
              </a:ext>
            </a:extLst>
          </p:cNvPr>
          <p:cNvSpPr/>
          <p:nvPr userDrawn="1"/>
        </p:nvSpPr>
        <p:spPr>
          <a:xfrm>
            <a:off x="479424" y="1052513"/>
            <a:ext cx="11232423" cy="5256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EFAFE5-AC16-441E-99E7-1CFCFD3A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68BA9B-7371-4FF9-A819-3C069F32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395616"/>
            <a:ext cx="4968875" cy="448130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1F38C9E-9E88-4FA3-AAE9-9618CFEA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C29E5-3594-4D0F-A184-CEC2F1FC2F49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3ECF19C-2F0F-48D4-8B28-E206E407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12E2E6-E398-45F0-87D5-473C4004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9" name="Symbol zastępczy zawartości 8">
            <a:extLst>
              <a:ext uri="{FF2B5EF4-FFF2-40B4-BE49-F238E27FC236}">
                <a16:creationId xmlns:a16="http://schemas.microsoft.com/office/drawing/2014/main" id="{7815D5A2-3C86-4EF3-A438-0C8259E9DC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11900" y="1395616"/>
            <a:ext cx="4968875" cy="448172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63283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DA5AF004-4E0A-4392-BFB4-6A18EDC55082}"/>
              </a:ext>
            </a:extLst>
          </p:cNvPr>
          <p:cNvSpPr/>
          <p:nvPr userDrawn="1"/>
        </p:nvSpPr>
        <p:spPr>
          <a:xfrm>
            <a:off x="4265417" y="1057399"/>
            <a:ext cx="3600000" cy="5251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51888F0C-94D9-4205-931A-D99089CC9CFB}"/>
              </a:ext>
            </a:extLst>
          </p:cNvPr>
          <p:cNvSpPr/>
          <p:nvPr userDrawn="1"/>
        </p:nvSpPr>
        <p:spPr>
          <a:xfrm>
            <a:off x="8112984" y="1057399"/>
            <a:ext cx="3600000" cy="5251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EC89D2D-BA06-43DC-8E62-B1487E3326D4}"/>
              </a:ext>
            </a:extLst>
          </p:cNvPr>
          <p:cNvSpPr/>
          <p:nvPr userDrawn="1"/>
        </p:nvSpPr>
        <p:spPr>
          <a:xfrm>
            <a:off x="479425" y="1057399"/>
            <a:ext cx="3599644" cy="5251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152084"/>
            <a:ext cx="9503975" cy="899116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90AB-3CC1-4362-B588-9F247754C8E4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2F022833-A4DA-4AF2-8E5F-02B2516D44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0212" y="1181949"/>
            <a:ext cx="3168000" cy="490860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9">
            <a:extLst>
              <a:ext uri="{FF2B5EF4-FFF2-40B4-BE49-F238E27FC236}">
                <a16:creationId xmlns:a16="http://schemas.microsoft.com/office/drawing/2014/main" id="{6435F071-F236-4D41-8C6B-D4994387B5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28984" y="1181949"/>
            <a:ext cx="3168000" cy="491087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1" name="Symbol zastępczy zawartości 7">
            <a:extLst>
              <a:ext uri="{FF2B5EF4-FFF2-40B4-BE49-F238E27FC236}">
                <a16:creationId xmlns:a16="http://schemas.microsoft.com/office/drawing/2014/main" id="{020391EB-1EFC-4155-805F-436BAB40309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81417" y="1181949"/>
            <a:ext cx="3168000" cy="490860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1575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E67F444E-64D6-4E4B-A20B-D15B96C90E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1900" y="0"/>
            <a:ext cx="5880100" cy="685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buNone/>
              <a:defRPr sz="2800"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152084"/>
            <a:ext cx="5400287" cy="899116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1841-5325-4870-B33B-6CCBCD1042EB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70D0A92-A1D9-4BE7-99EA-F9AC37ACF0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1268413"/>
            <a:ext cx="5400675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12" name="Symbol zastępczy obrazu 6">
            <a:extLst>
              <a:ext uri="{FF2B5EF4-FFF2-40B4-BE49-F238E27FC236}">
                <a16:creationId xmlns:a16="http://schemas.microsoft.com/office/drawing/2014/main" id="{EB3C15A2-BF54-4D5C-8A58-E2D92F5423E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448834" y="6359"/>
            <a:ext cx="1580400" cy="106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r>
              <a:rPr lang="pl-PL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47344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E67F444E-64D6-4E4B-A20B-D15B96C90E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880100" cy="6858000"/>
          </a:xfrm>
          <a:solidFill>
            <a:schemeClr val="bg1">
              <a:lumMod val="85000"/>
            </a:schemeClr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pl-PL" sz="2800" dirty="0"/>
            </a:lvl1pPr>
          </a:lstStyle>
          <a:p>
            <a:pPr lvl="0" algn="ctr">
              <a:buNone/>
            </a:pPr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161" y="152084"/>
            <a:ext cx="4182894" cy="899116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5C8E2-C8D2-4EC9-9365-5EE4527E105E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70D0A92-A1D9-4BE7-99EA-F9AC37ACF0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11772" y="1268413"/>
            <a:ext cx="5400675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215685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D59FF0DA-B4A8-4D76-B701-96AECA4AAE0D}"/>
              </a:ext>
            </a:extLst>
          </p:cNvPr>
          <p:cNvSpPr/>
          <p:nvPr userDrawn="1"/>
        </p:nvSpPr>
        <p:spPr>
          <a:xfrm>
            <a:off x="479424" y="1268413"/>
            <a:ext cx="11232423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EFAFE5-AC16-441E-99E7-1CFCFD3A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68BA9B-7371-4FF9-A819-3C069F32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611317"/>
            <a:ext cx="4968875" cy="426560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1F38C9E-9E88-4FA3-AAE9-9618CFEA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1860-1BC4-4540-B189-E3322A711417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3ECF19C-2F0F-48D4-8B28-E206E407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412E2E6-E398-45F0-87D5-473C4004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Symbol zastępczy obrazu 8">
            <a:extLst>
              <a:ext uri="{FF2B5EF4-FFF2-40B4-BE49-F238E27FC236}">
                <a16:creationId xmlns:a16="http://schemas.microsoft.com/office/drawing/2014/main" id="{FA33937B-0398-4BA5-9337-9BFA5FA1DD9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1900" y="1268412"/>
            <a:ext cx="5400675" cy="5040313"/>
          </a:xfrm>
          <a:solidFill>
            <a:schemeClr val="bg1">
              <a:lumMod val="85000"/>
            </a:schemeClr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pl-PL" sz="2800" dirty="0"/>
            </a:lvl1pPr>
          </a:lstStyle>
          <a:p>
            <a:pPr lvl="0" algn="ctr">
              <a:buNone/>
            </a:pPr>
            <a:r>
              <a:rPr lang="pl-PL"/>
              <a:t>Kliknij ikonę, aby dodać obraz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3307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>
            <a:extLst>
              <a:ext uri="{FF2B5EF4-FFF2-40B4-BE49-F238E27FC236}">
                <a16:creationId xmlns:a16="http://schemas.microsoft.com/office/drawing/2014/main" id="{DCE3A50B-AA42-40B1-953A-181CB3D8FEF9}"/>
              </a:ext>
            </a:extLst>
          </p:cNvPr>
          <p:cNvSpPr/>
          <p:nvPr userDrawn="1"/>
        </p:nvSpPr>
        <p:spPr>
          <a:xfrm>
            <a:off x="479425" y="1268413"/>
            <a:ext cx="11232422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E67F444E-64D6-4E4B-A20B-D15B96C90E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9425" y="1268412"/>
            <a:ext cx="5400675" cy="5040313"/>
          </a:xfrm>
          <a:solidFill>
            <a:schemeClr val="bg1">
              <a:lumMod val="85000"/>
            </a:schemeClr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pl-PL" sz="2800" dirty="0"/>
            </a:lvl1pPr>
          </a:lstStyle>
          <a:p>
            <a:pPr lvl="0" algn="ctr">
              <a:buNone/>
            </a:pPr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152082"/>
            <a:ext cx="9503974" cy="89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7019-508C-4FD0-BD10-C3E14406F516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70D0A92-A1D9-4BE7-99EA-F9AC37ACF0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11902" y="1606164"/>
            <a:ext cx="4967522" cy="427076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19908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8613F-385B-42ED-B8D6-2ABC5C87347D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5213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813DC923-4F65-4656-BC2A-A5FA61488D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0"/>
            <a:ext cx="12192000" cy="514032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152082"/>
            <a:ext cx="9647045" cy="89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C0D48-41C2-49C4-BC65-0CE445189CD5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9" name="Symbol zastępczy obrazu 6">
            <a:extLst>
              <a:ext uri="{FF2B5EF4-FFF2-40B4-BE49-F238E27FC236}">
                <a16:creationId xmlns:a16="http://schemas.microsoft.com/office/drawing/2014/main" id="{08FE892E-4E8D-400D-BC36-8E75C6BFAB3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448834" y="6359"/>
            <a:ext cx="1580400" cy="106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r>
              <a:rPr lang="pl-PL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1517003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ymbol zastępczy obrazu 13">
            <a:extLst>
              <a:ext uri="{FF2B5EF4-FFF2-40B4-BE49-F238E27FC236}">
                <a16:creationId xmlns:a16="http://schemas.microsoft.com/office/drawing/2014/main" id="{CFDAAF7C-42EC-4832-AB1A-F23DC2AAC2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152084"/>
            <a:ext cx="9647045" cy="8991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94DC83B-7837-4C4E-8499-D7630D6C8E8A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>
                <a:solidFill>
                  <a:schemeClr val="bg1"/>
                </a:solidFill>
              </a:rPr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6A1B8B-EBFB-4D99-BFCD-780F9970EEE1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12" name="Symbol zastępczy obrazu 9">
            <a:extLst>
              <a:ext uri="{FF2B5EF4-FFF2-40B4-BE49-F238E27FC236}">
                <a16:creationId xmlns:a16="http://schemas.microsoft.com/office/drawing/2014/main" id="{D2ED00A8-0BB2-4269-96A5-17D7C990F1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95054" y="0"/>
            <a:ext cx="1486800" cy="1058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58108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ymbol zastępczy obrazu 13">
            <a:extLst>
              <a:ext uri="{FF2B5EF4-FFF2-40B4-BE49-F238E27FC236}">
                <a16:creationId xmlns:a16="http://schemas.microsoft.com/office/drawing/2014/main" id="{CFDAAF7C-42EC-4832-AB1A-F23DC2AAC2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152084"/>
            <a:ext cx="9647045" cy="8991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AF11C9-C879-4A6E-A50D-B9F867FAFA17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6A1B8B-EBFB-4D99-BFCD-780F9970EEE1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8" name="Symbol zastępczy obrazu 6">
            <a:extLst>
              <a:ext uri="{FF2B5EF4-FFF2-40B4-BE49-F238E27FC236}">
                <a16:creationId xmlns:a16="http://schemas.microsoft.com/office/drawing/2014/main" id="{F8FDCC16-E73D-4EAC-A5E0-853C869F265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448834" y="6359"/>
            <a:ext cx="1580400" cy="106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r>
              <a:rPr lang="pl-PL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3412421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151200"/>
            <a:ext cx="9647045" cy="90131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4DF-8B52-45DB-8344-4E2F805AD785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9" name="Symbol zastępczy zawartości 8">
            <a:extLst>
              <a:ext uri="{FF2B5EF4-FFF2-40B4-BE49-F238E27FC236}">
                <a16:creationId xmlns:a16="http://schemas.microsoft.com/office/drawing/2014/main" id="{29CAF294-FCC7-44A4-94A8-2D9CD5AFBAA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1052513"/>
            <a:ext cx="11233150" cy="525621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4400" b="1"/>
            </a:lvl1pPr>
          </a:lstStyle>
          <a:p>
            <a:pPr lvl="0"/>
            <a:r>
              <a:rPr lang="pl-PL" dirty="0"/>
              <a:t>Slajd z dużym tekstem</a:t>
            </a:r>
          </a:p>
        </p:txBody>
      </p:sp>
    </p:spTree>
    <p:extLst>
      <p:ext uri="{BB962C8B-B14F-4D97-AF65-F5344CB8AC3E}">
        <p14:creationId xmlns:p14="http://schemas.microsoft.com/office/powerpoint/2010/main" val="3552039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6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21DBD-8BF3-4E83-83C9-650C9779A8F5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7BDD2B70-50A4-4650-9486-F857935BA04E}"/>
              </a:ext>
            </a:extLst>
          </p:cNvPr>
          <p:cNvSpPr/>
          <p:nvPr userDrawn="1"/>
        </p:nvSpPr>
        <p:spPr>
          <a:xfrm>
            <a:off x="479424" y="1052513"/>
            <a:ext cx="11232423" cy="5256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4263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4C012A4-3F50-4CF4-88E3-A1A1E595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63312-4FD5-46D8-A668-60C9FA94ACCF}" type="datetime1">
              <a:rPr lang="pl-PL" smtClean="0"/>
              <a:t>2025-04-17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289213F-A0C2-4023-BE05-2B5E5A44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782FCBD-8A5E-4212-9E94-653BED2C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3765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503975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BA0A-F13E-43C1-BF92-8AC7579CC79F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52083"/>
            <a:ext cx="9504364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2F022833-A4DA-4AF2-8E5F-02B2516D44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1268413"/>
            <a:ext cx="11233150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6011176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>
            <a:extLst>
              <a:ext uri="{FF2B5EF4-FFF2-40B4-BE49-F238E27FC236}">
                <a16:creationId xmlns:a16="http://schemas.microsoft.com/office/drawing/2014/main" id="{CEC89D2D-BA06-43DC-8E62-B1487E3326D4}"/>
              </a:ext>
            </a:extLst>
          </p:cNvPr>
          <p:cNvSpPr/>
          <p:nvPr userDrawn="1"/>
        </p:nvSpPr>
        <p:spPr>
          <a:xfrm>
            <a:off x="479424" y="1052513"/>
            <a:ext cx="11232423" cy="5256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503975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54C9F-91CA-4351-848B-5F75F775D1D6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52083"/>
            <a:ext cx="9503976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2F022833-A4DA-4AF2-8E5F-02B2516D44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225" y="1390003"/>
            <a:ext cx="10369550" cy="448692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696177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503975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AC0A-09D4-4206-84A8-5BDAD5E44FFD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52083"/>
            <a:ext cx="9504364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2F022833-A4DA-4AF2-8E5F-02B2516D44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425" y="1268413"/>
            <a:ext cx="5400675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9" name="Symbol zastępczy zawartości 8">
            <a:extLst>
              <a:ext uri="{FF2B5EF4-FFF2-40B4-BE49-F238E27FC236}">
                <a16:creationId xmlns:a16="http://schemas.microsoft.com/office/drawing/2014/main" id="{C61B6488-8EB1-4B94-B9F6-CB34C16BDB9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11900" y="1268413"/>
            <a:ext cx="5400675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379833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>
            <a:extLst>
              <a:ext uri="{FF2B5EF4-FFF2-40B4-BE49-F238E27FC236}">
                <a16:creationId xmlns:a16="http://schemas.microsoft.com/office/drawing/2014/main" id="{CEC89D2D-BA06-43DC-8E62-B1487E3326D4}"/>
              </a:ext>
            </a:extLst>
          </p:cNvPr>
          <p:cNvSpPr/>
          <p:nvPr userDrawn="1"/>
        </p:nvSpPr>
        <p:spPr>
          <a:xfrm>
            <a:off x="479424" y="1052513"/>
            <a:ext cx="11232423" cy="5256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503975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8685-86D0-4AF0-875F-4FC8D327D613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52083"/>
            <a:ext cx="9504364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2F022833-A4DA-4AF2-8E5F-02B2516D44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225" y="1392963"/>
            <a:ext cx="4968875" cy="448396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9">
            <a:extLst>
              <a:ext uri="{FF2B5EF4-FFF2-40B4-BE49-F238E27FC236}">
                <a16:creationId xmlns:a16="http://schemas.microsoft.com/office/drawing/2014/main" id="{6435F071-F236-4D41-8C6B-D4994387B5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11900" y="1392963"/>
            <a:ext cx="4967288" cy="44860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762974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ostokąt 14">
            <a:extLst>
              <a:ext uri="{FF2B5EF4-FFF2-40B4-BE49-F238E27FC236}">
                <a16:creationId xmlns:a16="http://schemas.microsoft.com/office/drawing/2014/main" id="{DA5AF004-4E0A-4392-BFB4-6A18EDC55082}"/>
              </a:ext>
            </a:extLst>
          </p:cNvPr>
          <p:cNvSpPr/>
          <p:nvPr userDrawn="1"/>
        </p:nvSpPr>
        <p:spPr>
          <a:xfrm>
            <a:off x="4265417" y="1057399"/>
            <a:ext cx="3600000" cy="5251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51888F0C-94D9-4205-931A-D99089CC9CFB}"/>
              </a:ext>
            </a:extLst>
          </p:cNvPr>
          <p:cNvSpPr/>
          <p:nvPr userDrawn="1"/>
        </p:nvSpPr>
        <p:spPr>
          <a:xfrm>
            <a:off x="8112984" y="1057399"/>
            <a:ext cx="3600000" cy="5251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CEC89D2D-BA06-43DC-8E62-B1487E3326D4}"/>
              </a:ext>
            </a:extLst>
          </p:cNvPr>
          <p:cNvSpPr/>
          <p:nvPr userDrawn="1"/>
        </p:nvSpPr>
        <p:spPr>
          <a:xfrm>
            <a:off x="479425" y="1057399"/>
            <a:ext cx="3599644" cy="5251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503975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5AC31-C037-4A48-B4F1-C705DAAAD623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52083"/>
            <a:ext cx="9504364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2F022833-A4DA-4AF2-8E5F-02B2516D44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0212" y="1181949"/>
            <a:ext cx="3168000" cy="490860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9">
            <a:extLst>
              <a:ext uri="{FF2B5EF4-FFF2-40B4-BE49-F238E27FC236}">
                <a16:creationId xmlns:a16="http://schemas.microsoft.com/office/drawing/2014/main" id="{6435F071-F236-4D41-8C6B-D4994387B5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28984" y="1181949"/>
            <a:ext cx="3168000" cy="491087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1" name="Symbol zastępczy zawartości 7">
            <a:extLst>
              <a:ext uri="{FF2B5EF4-FFF2-40B4-BE49-F238E27FC236}">
                <a16:creationId xmlns:a16="http://schemas.microsoft.com/office/drawing/2014/main" id="{020391EB-1EFC-4155-805F-436BAB40309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81417" y="1181949"/>
            <a:ext cx="3168000" cy="490860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99289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E67F444E-64D6-4E4B-A20B-D15B96C90E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1900" y="0"/>
            <a:ext cx="5880100" cy="685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buNone/>
              <a:defRPr sz="2800"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5400287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A73FC-5BDD-4306-BB4D-867A38E086B8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152083"/>
            <a:ext cx="5400676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70D0A92-A1D9-4BE7-99EA-F9AC37ACF0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79425" y="1268413"/>
            <a:ext cx="5400675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10" name="Symbol zastępczy obrazu 6">
            <a:extLst>
              <a:ext uri="{FF2B5EF4-FFF2-40B4-BE49-F238E27FC236}">
                <a16:creationId xmlns:a16="http://schemas.microsoft.com/office/drawing/2014/main" id="{7F4591C7-5D38-4724-9A03-AA623832B0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448834" y="6359"/>
            <a:ext cx="1580400" cy="106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r>
              <a:rPr lang="pl-PL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17385697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E67F444E-64D6-4E4B-A20B-D15B96C90E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880100" cy="6858000"/>
          </a:xfrm>
          <a:solidFill>
            <a:schemeClr val="bg1">
              <a:lumMod val="85000"/>
            </a:schemeClr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pl-PL" sz="2800" dirty="0"/>
            </a:lvl1pPr>
          </a:lstStyle>
          <a:p>
            <a:pPr lvl="0" algn="ctr">
              <a:buNone/>
            </a:pPr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161" y="332082"/>
            <a:ext cx="4182894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91EB-87CC-4953-BDB4-755C9EAEFD94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11772" y="152083"/>
            <a:ext cx="4183282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70D0A92-A1D9-4BE7-99EA-F9AC37ACF0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11772" y="1268413"/>
            <a:ext cx="5400675" cy="504031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4531120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>
            <a:extLst>
              <a:ext uri="{FF2B5EF4-FFF2-40B4-BE49-F238E27FC236}">
                <a16:creationId xmlns:a16="http://schemas.microsoft.com/office/drawing/2014/main" id="{DCE3A50B-AA42-40B1-953A-181CB3D8FEF9}"/>
              </a:ext>
            </a:extLst>
          </p:cNvPr>
          <p:cNvSpPr/>
          <p:nvPr userDrawn="1"/>
        </p:nvSpPr>
        <p:spPr>
          <a:xfrm>
            <a:off x="479425" y="1268413"/>
            <a:ext cx="11232422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E67F444E-64D6-4E4B-A20B-D15B96C90E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1900" y="1268412"/>
            <a:ext cx="5400675" cy="5040313"/>
          </a:xfrm>
          <a:solidFill>
            <a:schemeClr val="bg1">
              <a:lumMod val="85000"/>
            </a:schemeClr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pl-PL" sz="2800" dirty="0"/>
            </a:lvl1pPr>
          </a:lstStyle>
          <a:p>
            <a:pPr lvl="0" algn="ctr">
              <a:buNone/>
            </a:pPr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503974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EA41-C029-4FCB-9733-572E7EBD2585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152083"/>
            <a:ext cx="9504363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70D0A92-A1D9-4BE7-99EA-F9AC37ACF0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1225" y="1614115"/>
            <a:ext cx="4968875" cy="426281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635840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>
            <a:extLst>
              <a:ext uri="{FF2B5EF4-FFF2-40B4-BE49-F238E27FC236}">
                <a16:creationId xmlns:a16="http://schemas.microsoft.com/office/drawing/2014/main" id="{DCE3A50B-AA42-40B1-953A-181CB3D8FEF9}"/>
              </a:ext>
            </a:extLst>
          </p:cNvPr>
          <p:cNvSpPr/>
          <p:nvPr userDrawn="1"/>
        </p:nvSpPr>
        <p:spPr>
          <a:xfrm>
            <a:off x="479425" y="1268413"/>
            <a:ext cx="11232422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Symbol zastępczy obrazu 8">
            <a:extLst>
              <a:ext uri="{FF2B5EF4-FFF2-40B4-BE49-F238E27FC236}">
                <a16:creationId xmlns:a16="http://schemas.microsoft.com/office/drawing/2014/main" id="{E67F444E-64D6-4E4B-A20B-D15B96C90E8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9425" y="1268412"/>
            <a:ext cx="5400675" cy="5040313"/>
          </a:xfrm>
          <a:solidFill>
            <a:schemeClr val="bg1">
              <a:lumMod val="85000"/>
            </a:schemeClr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pl-PL" sz="2800" dirty="0"/>
            </a:lvl1pPr>
          </a:lstStyle>
          <a:p>
            <a:pPr lvl="0" algn="ctr">
              <a:buNone/>
            </a:pPr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503974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CE0A-1784-4EB8-A5E0-485DCCCBF679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152083"/>
            <a:ext cx="9504363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70D0A92-A1D9-4BE7-99EA-F9AC37ACF0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11902" y="1606164"/>
            <a:ext cx="4967522" cy="427076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18221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647045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623F8-F0FD-4AD0-825F-702C87FE538B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152083"/>
            <a:ext cx="9647045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2493637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813DC923-4F65-4656-BC2A-A5FA61488D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0"/>
            <a:ext cx="12192000" cy="514032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647045" cy="71911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277D-03DD-47FB-A6AC-B110E9DF72BD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152083"/>
            <a:ext cx="9647045" cy="180000"/>
          </a:xfrm>
        </p:spPr>
        <p:txBody>
          <a:bodyPr anchor="ctr"/>
          <a:lstStyle>
            <a:lvl1pPr marL="0" indent="0">
              <a:buNone/>
              <a:defRPr sz="1100" cap="none" baseline="0"/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obrazu 6">
            <a:extLst>
              <a:ext uri="{FF2B5EF4-FFF2-40B4-BE49-F238E27FC236}">
                <a16:creationId xmlns:a16="http://schemas.microsoft.com/office/drawing/2014/main" id="{5924F217-582B-48AB-B09D-C1AFBA89429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448834" y="6359"/>
            <a:ext cx="1580400" cy="106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r>
              <a:rPr lang="pl-PL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27301375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ymbol zastępczy obrazu 13">
            <a:extLst>
              <a:ext uri="{FF2B5EF4-FFF2-40B4-BE49-F238E27FC236}">
                <a16:creationId xmlns:a16="http://schemas.microsoft.com/office/drawing/2014/main" id="{CFDAAF7C-42EC-4832-AB1A-F23DC2AAC2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647045" cy="7191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5AE426-28CA-4D4F-9A39-F28F6832EA32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>
                <a:solidFill>
                  <a:schemeClr val="bg1"/>
                </a:solidFill>
              </a:rPr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6A1B8B-EBFB-4D99-BFCD-780F9970EEE1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152083"/>
            <a:ext cx="9647045" cy="180000"/>
          </a:xfrm>
        </p:spPr>
        <p:txBody>
          <a:bodyPr anchor="ctr"/>
          <a:lstStyle>
            <a:lvl1pPr marL="0" indent="0">
              <a:buNone/>
              <a:defRPr sz="1100" cap="none" baseline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Symbol zastępczy obrazu 9">
            <a:extLst>
              <a:ext uri="{FF2B5EF4-FFF2-40B4-BE49-F238E27FC236}">
                <a16:creationId xmlns:a16="http://schemas.microsoft.com/office/drawing/2014/main" id="{D2ED00A8-0BB2-4269-96A5-17D7C990F1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495054" y="0"/>
            <a:ext cx="1486800" cy="10584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403212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ymbol zastępczy obrazu 13">
            <a:extLst>
              <a:ext uri="{FF2B5EF4-FFF2-40B4-BE49-F238E27FC236}">
                <a16:creationId xmlns:a16="http://schemas.microsoft.com/office/drawing/2014/main" id="{CFDAAF7C-42EC-4832-AB1A-F23DC2AAC2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2082"/>
            <a:ext cx="9647045" cy="71911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AA4EE-C88E-49CA-944A-348C93639B22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6A1B8B-EBFB-4D99-BFCD-780F9970EEE1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25E01A1-3833-46A7-B1A1-BB28DF3462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152083"/>
            <a:ext cx="9647045" cy="180000"/>
          </a:xfrm>
        </p:spPr>
        <p:txBody>
          <a:bodyPr anchor="ctr"/>
          <a:lstStyle>
            <a:lvl1pPr marL="0" indent="0">
              <a:buNone/>
              <a:defRPr sz="1100" strike="noStrike" cap="none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obrazu 6">
            <a:extLst>
              <a:ext uri="{FF2B5EF4-FFF2-40B4-BE49-F238E27FC236}">
                <a16:creationId xmlns:a16="http://schemas.microsoft.com/office/drawing/2014/main" id="{0EBD2B5C-4C09-46DC-B7DA-0CA822A51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448834" y="6359"/>
            <a:ext cx="1580400" cy="106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r>
              <a:rPr lang="pl-PL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11989305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1200"/>
            <a:ext cx="9647045" cy="72131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EA4AB-2518-478C-B378-0538AC27B06A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5DEF923F-CEEF-4318-B1C7-3D893E8563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151200"/>
            <a:ext cx="9647239" cy="180000"/>
          </a:xfrm>
        </p:spPr>
        <p:txBody>
          <a:bodyPr anchor="ctr"/>
          <a:lstStyle>
            <a:lvl1pPr>
              <a:buNone/>
              <a:defRPr sz="1100" cap="none" baseline="0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zawartości 8">
            <a:extLst>
              <a:ext uri="{FF2B5EF4-FFF2-40B4-BE49-F238E27FC236}">
                <a16:creationId xmlns:a16="http://schemas.microsoft.com/office/drawing/2014/main" id="{29CAF294-FCC7-44A4-94A8-2D9CD5AFBAA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9425" y="1052513"/>
            <a:ext cx="11233150" cy="525621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4400" b="1"/>
            </a:lvl1pPr>
          </a:lstStyle>
          <a:p>
            <a:pPr lvl="0"/>
            <a:r>
              <a:rPr lang="pl-PL" dirty="0"/>
              <a:t>Slajd z dużym tekstem</a:t>
            </a:r>
          </a:p>
        </p:txBody>
      </p:sp>
    </p:spTree>
    <p:extLst>
      <p:ext uri="{BB962C8B-B14F-4D97-AF65-F5344CB8AC3E}">
        <p14:creationId xmlns:p14="http://schemas.microsoft.com/office/powerpoint/2010/main" val="28519193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C1247-7149-4225-B58E-38A3ED16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331200"/>
            <a:ext cx="9647045" cy="72131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DFA6651-9454-4154-BFB1-6FB86E55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2110A-12AD-458D-A6F7-71D54A46F762}" type="datetime1">
              <a:rPr lang="pl-PL" smtClean="0"/>
              <a:t>2025-04-17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3C611B7-F3E9-4E9F-92EF-A2474559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B2D137-4478-426B-AEBF-2638B537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5DEF923F-CEEF-4318-B1C7-3D893E8563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4" y="151200"/>
            <a:ext cx="9647239" cy="180000"/>
          </a:xfrm>
        </p:spPr>
        <p:txBody>
          <a:bodyPr anchor="ctr"/>
          <a:lstStyle>
            <a:lvl1pPr>
              <a:buNone/>
              <a:defRPr sz="1100" cap="none" baseline="0"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FBEB1C07-8002-4597-82F9-7133D9E1522F}"/>
              </a:ext>
            </a:extLst>
          </p:cNvPr>
          <p:cNvSpPr/>
          <p:nvPr userDrawn="1"/>
        </p:nvSpPr>
        <p:spPr>
          <a:xfrm>
            <a:off x="479424" y="1052513"/>
            <a:ext cx="11232423" cy="5256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3768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A87B1D-27B2-44EF-A444-05A74773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C992B2E-24D2-4210-825D-7982F4608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84403F1-2FB0-4AC9-9418-34CF6D4B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9931-BD7E-4AB3-B201-1F39C5E2C4FF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57D3D36-6895-4206-B0D6-3EB51E11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C2F8959-1593-47DD-A5F7-8B84AECC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69208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8DD5C2-5F02-40B9-BA2C-0B8007DCA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37D43A1-B082-41BF-A4B5-09325BEEA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8783D7A-91BE-4780-8F5D-75C8AB21C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83A6464-5057-4199-9CED-A573AA7E0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8D53EF8-3849-46B2-9651-519F0D903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15BDD1D-5AD8-4EA5-842F-23092AB5D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218-F1E0-4DE5-A63A-12BA0C85EC3A}" type="datetime1">
              <a:rPr lang="pl-PL" smtClean="0"/>
              <a:t>2025-04-17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303E038-697F-4E58-BDB5-8A470A184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032CCE0-8E93-4B67-BDBC-36E5E704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56178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E2BBD9-AE39-4A5A-A10B-45534E401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D8C391D-991A-4DE1-BFDA-0C1CCC8AE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BC152C0-C2EE-44DB-B185-26181F80B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21DD7F6-CFBD-4C97-AC27-759F0F3B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ECC5-DE26-4FE0-AC4A-3D648318FC98}" type="datetime1">
              <a:rPr lang="pl-PL" smtClean="0"/>
              <a:t>2025-04-17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BB06C4B-2915-4C8B-9F9A-59A5B5B5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66D121-B0BB-4235-A609-9B566C47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69685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ABE403-C168-4789-9B0C-2B8B792F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D35AAF2-F75A-40F1-A7A4-1F38B1299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C065347-4005-4FAE-A46B-677098C81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5E0F964-5653-4B9F-A35A-494DF0C4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1DA0-5477-422F-9607-9F1ED4880A68}" type="datetime1">
              <a:rPr lang="pl-PL" smtClean="0"/>
              <a:t>2025-04-17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E38AD79-71A9-4F26-931F-FDAB04EF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DF2A66-7A13-4480-B361-7217EF4E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41570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7FD31D-6429-4630-BE5B-2BC2BEC4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677894D-71D7-48C2-B685-888879961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009CA48-AED8-410F-BCA6-DA055CF4A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CEE22-6058-423D-9C81-7B449D5B43FE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D52B7C7-BC85-493F-AEC6-24BAAA14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A1E371B-5704-4FBB-8A02-47293AAA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20885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230D465-D5EC-4197-9E6D-E53AF9EDF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E1E2D48-35A7-4180-A46D-5216609D6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6E272A-0A55-4F8E-AFFF-68CE6B09E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B44F-2D74-4E15-8393-F86EEE0208C0}" type="datetime1">
              <a:rPr lang="pl-PL" smtClean="0"/>
              <a:t>2025-04-17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720FCC-CCEF-4652-99BE-5F22CC506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88A105-C25F-49BB-8BEF-FE8B7D41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385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CA9DB14-C041-433D-8D68-55DF680F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3" y="151200"/>
            <a:ext cx="9503975" cy="90000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D372FF5-A4C7-41AC-B538-B2CFD5A67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267199"/>
            <a:ext cx="11232422" cy="504152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D0BF3DA-165E-441B-B629-3B6649281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4" y="6537875"/>
            <a:ext cx="863600" cy="183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noFill/>
              </a:defRPr>
            </a:lvl1pPr>
          </a:lstStyle>
          <a:p>
            <a:fld id="{3EB5CCFE-143F-4C76-92D7-4F1AE18BFE96}" type="datetime1">
              <a:rPr lang="pl-PL" smtClean="0"/>
              <a:t>2025-04-17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CC0E36-C7C5-4ADD-84D2-9C476370B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4" y="6356350"/>
            <a:ext cx="10800000" cy="1815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pl-PL"/>
              <a:t>Czym jest system kontroli GIT i jak wykorzystać go w praktyce?</a:t>
            </a:r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B7F4BF2-7921-4C63-8C25-AFDF83874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824" y="6541475"/>
            <a:ext cx="432023" cy="180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000">
                <a:noFill/>
              </a:defRPr>
            </a:lvl1pPr>
          </a:lstStyle>
          <a:p>
            <a:fld id="{5D6A1B8B-EBFB-4D99-BFCD-780F9970EEE1}" type="slidenum">
              <a:rPr lang="pl-PL" smtClean="0"/>
              <a:pPr/>
              <a:t>‹#›</a:t>
            </a:fld>
            <a:endParaRPr lang="pl-PL" dirty="0"/>
          </a:p>
        </p:txBody>
      </p:sp>
      <p:grpSp>
        <p:nvGrpSpPr>
          <p:cNvPr id="81" name="Grupa 80">
            <a:extLst>
              <a:ext uri="{FF2B5EF4-FFF2-40B4-BE49-F238E27FC236}">
                <a16:creationId xmlns:a16="http://schemas.microsoft.com/office/drawing/2014/main" id="{E5952340-ADD7-4FA0-A711-6CCBCBD28F34}"/>
              </a:ext>
            </a:extLst>
          </p:cNvPr>
          <p:cNvGrpSpPr/>
          <p:nvPr userDrawn="1"/>
        </p:nvGrpSpPr>
        <p:grpSpPr>
          <a:xfrm>
            <a:off x="479425" y="-114300"/>
            <a:ext cx="11232422" cy="108000"/>
            <a:chOff x="479425" y="-114300"/>
            <a:chExt cx="11232422" cy="108000"/>
          </a:xfrm>
        </p:grpSpPr>
        <p:cxnSp>
          <p:nvCxnSpPr>
            <p:cNvPr id="52" name="Łącznik prosty 51">
              <a:extLst>
                <a:ext uri="{FF2B5EF4-FFF2-40B4-BE49-F238E27FC236}">
                  <a16:creationId xmlns:a16="http://schemas.microsoft.com/office/drawing/2014/main" id="{2DBFEBB0-A533-41A5-815A-EEBBC857F0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425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Łącznik prosty 52">
              <a:extLst>
                <a:ext uri="{FF2B5EF4-FFF2-40B4-BE49-F238E27FC236}">
                  <a16:creationId xmlns:a16="http://schemas.microsoft.com/office/drawing/2014/main" id="{5037A2D3-9CDD-4F96-93D6-B30B3248F3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11441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Łącznik prosty 53">
              <a:extLst>
                <a:ext uri="{FF2B5EF4-FFF2-40B4-BE49-F238E27FC236}">
                  <a16:creationId xmlns:a16="http://schemas.microsoft.com/office/drawing/2014/main" id="{FA8F6EA6-A670-4633-8A96-86CC80BC35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43457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Łącznik prosty 54">
              <a:extLst>
                <a:ext uri="{FF2B5EF4-FFF2-40B4-BE49-F238E27FC236}">
                  <a16:creationId xmlns:a16="http://schemas.microsoft.com/office/drawing/2014/main" id="{38B8781C-9C71-43EB-8FB3-E04B076AAF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775473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Łącznik prosty 55">
              <a:extLst>
                <a:ext uri="{FF2B5EF4-FFF2-40B4-BE49-F238E27FC236}">
                  <a16:creationId xmlns:a16="http://schemas.microsoft.com/office/drawing/2014/main" id="{7596F652-13B6-47A8-999E-697591350A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07489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Łącznik prosty 56">
              <a:extLst>
                <a:ext uri="{FF2B5EF4-FFF2-40B4-BE49-F238E27FC236}">
                  <a16:creationId xmlns:a16="http://schemas.microsoft.com/office/drawing/2014/main" id="{87633CB0-EA76-41D2-B639-B9545BD377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639505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Łącznik prosty 57">
              <a:extLst>
                <a:ext uri="{FF2B5EF4-FFF2-40B4-BE49-F238E27FC236}">
                  <a16:creationId xmlns:a16="http://schemas.microsoft.com/office/drawing/2014/main" id="{4ADBC261-E450-4CCF-B55F-44173669B6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71521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Łącznik prosty 58">
              <a:extLst>
                <a:ext uri="{FF2B5EF4-FFF2-40B4-BE49-F238E27FC236}">
                  <a16:creationId xmlns:a16="http://schemas.microsoft.com/office/drawing/2014/main" id="{1B72E9E0-6462-46A7-B340-F1CFA080B1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503537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Łącznik prosty 59">
              <a:extLst>
                <a:ext uri="{FF2B5EF4-FFF2-40B4-BE49-F238E27FC236}">
                  <a16:creationId xmlns:a16="http://schemas.microsoft.com/office/drawing/2014/main" id="{FB78494A-8C03-46EF-8F5D-8C5D400767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35553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Łącznik prosty 60">
              <a:extLst>
                <a:ext uri="{FF2B5EF4-FFF2-40B4-BE49-F238E27FC236}">
                  <a16:creationId xmlns:a16="http://schemas.microsoft.com/office/drawing/2014/main" id="{3AA3CD11-5642-48E8-8639-F607CF3478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67569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Łącznik prosty 61">
              <a:extLst>
                <a:ext uri="{FF2B5EF4-FFF2-40B4-BE49-F238E27FC236}">
                  <a16:creationId xmlns:a16="http://schemas.microsoft.com/office/drawing/2014/main" id="{02EA44CE-4C62-4CBC-8D7B-37E58849C5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9585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Łącznik prosty 62">
              <a:extLst>
                <a:ext uri="{FF2B5EF4-FFF2-40B4-BE49-F238E27FC236}">
                  <a16:creationId xmlns:a16="http://schemas.microsoft.com/office/drawing/2014/main" id="{392575FB-5ECF-4F68-AA43-891B8082EB6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31601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Łącznik prosty 63">
              <a:extLst>
                <a:ext uri="{FF2B5EF4-FFF2-40B4-BE49-F238E27FC236}">
                  <a16:creationId xmlns:a16="http://schemas.microsoft.com/office/drawing/2014/main" id="{CFF2F54D-6881-4B39-AD34-4CF18203EB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63617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Łącznik prosty 64">
              <a:extLst>
                <a:ext uri="{FF2B5EF4-FFF2-40B4-BE49-F238E27FC236}">
                  <a16:creationId xmlns:a16="http://schemas.microsoft.com/office/drawing/2014/main" id="{0BBFB8AF-CAC3-470C-A010-D96355EF21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5633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Łącznik prosty 66">
              <a:extLst>
                <a:ext uri="{FF2B5EF4-FFF2-40B4-BE49-F238E27FC236}">
                  <a16:creationId xmlns:a16="http://schemas.microsoft.com/office/drawing/2014/main" id="{47AD97A4-2F5D-4787-A36D-EB06A86546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649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Łącznik prosty 67">
              <a:extLst>
                <a:ext uri="{FF2B5EF4-FFF2-40B4-BE49-F238E27FC236}">
                  <a16:creationId xmlns:a16="http://schemas.microsoft.com/office/drawing/2014/main" id="{F3CBA19C-76E0-495E-A4D1-6306B96AA2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959665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Łącznik prosty 68">
              <a:extLst>
                <a:ext uri="{FF2B5EF4-FFF2-40B4-BE49-F238E27FC236}">
                  <a16:creationId xmlns:a16="http://schemas.microsoft.com/office/drawing/2014/main" id="{7FC8ABA4-6EF7-47E0-92D6-3DF7E64199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91681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Łącznik prosty 69">
              <a:extLst>
                <a:ext uri="{FF2B5EF4-FFF2-40B4-BE49-F238E27FC236}">
                  <a16:creationId xmlns:a16="http://schemas.microsoft.com/office/drawing/2014/main" id="{860E0C2E-15C4-4E3E-BDE9-6462E24422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23697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Łącznik prosty 70">
              <a:extLst>
                <a:ext uri="{FF2B5EF4-FFF2-40B4-BE49-F238E27FC236}">
                  <a16:creationId xmlns:a16="http://schemas.microsoft.com/office/drawing/2014/main" id="{90BD5DB5-3786-4D00-9A9B-557096DE65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255713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Łącznik prosty 71">
              <a:extLst>
                <a:ext uri="{FF2B5EF4-FFF2-40B4-BE49-F238E27FC236}">
                  <a16:creationId xmlns:a16="http://schemas.microsoft.com/office/drawing/2014/main" id="{EAE2F49A-9594-46C8-811A-9A9696A777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87729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Łącznik prosty 72">
              <a:extLst>
                <a:ext uri="{FF2B5EF4-FFF2-40B4-BE49-F238E27FC236}">
                  <a16:creationId xmlns:a16="http://schemas.microsoft.com/office/drawing/2014/main" id="{2021C23D-A6BA-40BF-B9D6-C490746BBF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119745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Łącznik prosty 73">
              <a:extLst>
                <a:ext uri="{FF2B5EF4-FFF2-40B4-BE49-F238E27FC236}">
                  <a16:creationId xmlns:a16="http://schemas.microsoft.com/office/drawing/2014/main" id="{07053DD0-838B-4F45-98F6-F4B23F825D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551761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Łącznik prosty 74">
              <a:extLst>
                <a:ext uri="{FF2B5EF4-FFF2-40B4-BE49-F238E27FC236}">
                  <a16:creationId xmlns:a16="http://schemas.microsoft.com/office/drawing/2014/main" id="{0BA0B412-D12A-478A-81FD-F1BA3DF5F9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83777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Łącznik prosty 75">
              <a:extLst>
                <a:ext uri="{FF2B5EF4-FFF2-40B4-BE49-F238E27FC236}">
                  <a16:creationId xmlns:a16="http://schemas.microsoft.com/office/drawing/2014/main" id="{538943EF-E6C4-434A-92C8-86790FC401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415793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Łącznik prosty 76">
              <a:extLst>
                <a:ext uri="{FF2B5EF4-FFF2-40B4-BE49-F238E27FC236}">
                  <a16:creationId xmlns:a16="http://schemas.microsoft.com/office/drawing/2014/main" id="{58EBC039-2EFD-4FF9-A821-71922E98B5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847809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Łącznik prosty 77">
              <a:extLst>
                <a:ext uri="{FF2B5EF4-FFF2-40B4-BE49-F238E27FC236}">
                  <a16:creationId xmlns:a16="http://schemas.microsoft.com/office/drawing/2014/main" id="{5C684325-C7A0-4C58-9938-596CC2BCCF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79825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Łącznik prosty 78">
              <a:extLst>
                <a:ext uri="{FF2B5EF4-FFF2-40B4-BE49-F238E27FC236}">
                  <a16:creationId xmlns:a16="http://schemas.microsoft.com/office/drawing/2014/main" id="{759FDAE7-A197-42AC-9F15-D024967A96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11847" y="-114300"/>
              <a:ext cx="0" cy="108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Prostokąt 6">
            <a:extLst>
              <a:ext uri="{FF2B5EF4-FFF2-40B4-BE49-F238E27FC236}">
                <a16:creationId xmlns:a16="http://schemas.microsoft.com/office/drawing/2014/main" id="{FC690501-E2DA-4BC2-B7FF-9BDD530A8BD6}"/>
              </a:ext>
            </a:extLst>
          </p:cNvPr>
          <p:cNvSpPr/>
          <p:nvPr userDrawn="1"/>
        </p:nvSpPr>
        <p:spPr>
          <a:xfrm>
            <a:off x="9993114" y="6356350"/>
            <a:ext cx="1718733" cy="180000"/>
          </a:xfrm>
          <a:prstGeom prst="rect">
            <a:avLst/>
          </a:prstGeom>
        </p:spPr>
        <p:txBody>
          <a:bodyPr vert="horz" lIns="0" tIns="0" rIns="0" bIns="0" rtlCol="0" anchor="t"/>
          <a:lstStyle/>
          <a:p>
            <a:pPr lvl="0" algn="r"/>
            <a:fld id="{5D6A1B8B-EBFB-4D99-BFCD-780F9970EEE1}" type="slidenum">
              <a:rPr lang="pl-PL" sz="1000" smtClean="0">
                <a:solidFill>
                  <a:schemeClr val="tx1"/>
                </a:solidFill>
              </a:rPr>
              <a:pPr lvl="0" algn="r"/>
              <a:t>‹#›</a:t>
            </a:fld>
            <a:r>
              <a:rPr lang="pl-PL" sz="1000" dirty="0">
                <a:solidFill>
                  <a:schemeClr val="tx1"/>
                </a:solidFill>
              </a:rPr>
              <a:t> / 33</a:t>
            </a:r>
          </a:p>
        </p:txBody>
      </p:sp>
      <p:pic>
        <p:nvPicPr>
          <p:cNvPr id="66" name="Grafika 65">
            <a:extLst>
              <a:ext uri="{FF2B5EF4-FFF2-40B4-BE49-F238E27FC236}">
                <a16:creationId xmlns:a16="http://schemas.microsoft.com/office/drawing/2014/main" id="{BEED7BB6-A734-49CB-8640-F52033991628}"/>
              </a:ext>
            </a:extLst>
          </p:cNvPr>
          <p:cNvPicPr>
            <a:picLocks noChangeAspect="1"/>
          </p:cNvPicPr>
          <p:nvPr userDrawn="1"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450208" y="6359"/>
            <a:ext cx="1579026" cy="10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6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5" r:id="rId2"/>
    <p:sldLayoutId id="2147483696" r:id="rId3"/>
    <p:sldLayoutId id="2147483660" r:id="rId4"/>
    <p:sldLayoutId id="2147483669" r:id="rId5"/>
    <p:sldLayoutId id="2147483652" r:id="rId6"/>
    <p:sldLayoutId id="2147483704" r:id="rId7"/>
    <p:sldLayoutId id="2147483673" r:id="rId8"/>
    <p:sldLayoutId id="2147483693" r:id="rId9"/>
    <p:sldLayoutId id="2147483685" r:id="rId10"/>
    <p:sldLayoutId id="2147483684" r:id="rId11"/>
    <p:sldLayoutId id="2147483678" r:id="rId12"/>
    <p:sldLayoutId id="2147483694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690" r:id="rId21"/>
    <p:sldLayoutId id="2147483670" r:id="rId22"/>
    <p:sldLayoutId id="2147483672" r:id="rId23"/>
    <p:sldLayoutId id="2147483671" r:id="rId24"/>
    <p:sldLayoutId id="2147483691" r:id="rId25"/>
    <p:sldLayoutId id="2147483674" r:id="rId26"/>
    <p:sldLayoutId id="2147483683" r:id="rId27"/>
    <p:sldLayoutId id="2147483675" r:id="rId28"/>
    <p:sldLayoutId id="2147483676" r:id="rId29"/>
    <p:sldLayoutId id="2147483662" r:id="rId30"/>
    <p:sldLayoutId id="2147483687" r:id="rId31"/>
    <p:sldLayoutId id="2147483666" r:id="rId32"/>
    <p:sldLayoutId id="2147483688" r:id="rId33"/>
    <p:sldLayoutId id="2147483664" r:id="rId34"/>
    <p:sldLayoutId id="2147483663" r:id="rId35"/>
    <p:sldLayoutId id="2147483651" r:id="rId36"/>
    <p:sldLayoutId id="2147483653" r:id="rId37"/>
    <p:sldLayoutId id="2147483656" r:id="rId38"/>
    <p:sldLayoutId id="2147483657" r:id="rId39"/>
    <p:sldLayoutId id="2147483658" r:id="rId40"/>
    <p:sldLayoutId id="2147483659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663" userDrawn="1">
          <p15:clr>
            <a:srgbClr val="F26B43"/>
          </p15:clr>
        </p15:guide>
        <p15:guide id="5" orient="horz" pos="799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9" pos="3976" userDrawn="1">
          <p15:clr>
            <a:srgbClr val="F26B43"/>
          </p15:clr>
        </p15:guide>
        <p15:guide id="11" pos="574" userDrawn="1">
          <p15:clr>
            <a:srgbClr val="F26B43"/>
          </p15:clr>
        </p15:guide>
        <p15:guide id="12" pos="7106" userDrawn="1">
          <p15:clr>
            <a:srgbClr val="F26B43"/>
          </p15:clr>
        </p15:guide>
        <p15:guide id="14" orient="horz" pos="3702" userDrawn="1">
          <p15:clr>
            <a:srgbClr val="F26B43"/>
          </p15:clr>
        </p15:guide>
        <p15:guide id="19" pos="4656" userDrawn="1">
          <p15:clr>
            <a:srgbClr val="F26B43"/>
          </p15:clr>
        </p15:guide>
        <p15:guide id="21" pos="3024" userDrawn="1">
          <p15:clr>
            <a:srgbClr val="F26B43"/>
          </p15:clr>
        </p15:guide>
        <p15:guide id="22" pos="846" userDrawn="1">
          <p15:clr>
            <a:srgbClr val="F26B43"/>
          </p15:clr>
        </p15:guide>
        <p15:guide id="23" pos="6834" userDrawn="1">
          <p15:clr>
            <a:srgbClr val="F26B43"/>
          </p15:clr>
        </p15:guide>
        <p15:guide id="24" orient="horz" pos="2319" userDrawn="1">
          <p15:clr>
            <a:srgbClr val="F26B43"/>
          </p15:clr>
        </p15:guide>
        <p15:guide id="26" orient="horz" pos="1071" userDrawn="1">
          <p15:clr>
            <a:srgbClr val="F26B43"/>
          </p15:clr>
        </p15:guide>
        <p15:guide id="27" pos="6289" userDrawn="1">
          <p15:clr>
            <a:srgbClr val="F26B43"/>
          </p15:clr>
        </p15:guide>
        <p15:guide id="28" pos="1391" userDrawn="1">
          <p15:clr>
            <a:srgbClr val="F26B43"/>
          </p15:clr>
        </p15:guide>
        <p15:guide id="29" pos="1935" userDrawn="1">
          <p15:clr>
            <a:srgbClr val="F26B43"/>
          </p15:clr>
        </p15:guide>
        <p15:guide id="30" pos="2479" userDrawn="1">
          <p15:clr>
            <a:srgbClr val="F26B43"/>
          </p15:clr>
        </p15:guide>
        <p15:guide id="31" pos="3704" userDrawn="1">
          <p15:clr>
            <a:srgbClr val="F26B43"/>
          </p15:clr>
        </p15:guide>
        <p15:guide id="34" orient="horz" pos="2455" userDrawn="1">
          <p15:clr>
            <a:srgbClr val="F26B43"/>
          </p15:clr>
        </p15:guide>
        <p15:guide id="35" pos="5201" userDrawn="1">
          <p15:clr>
            <a:srgbClr val="F26B43"/>
          </p15:clr>
        </p15:guide>
        <p15:guide id="36" pos="57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tuergohestia-my.sharepoint.com/:f:/g/personal/krystyna_kantorska_ergohestia_pl/EiO_sHWyrXBHtTD64dYuI9IB9ha78A6ASxMWILL3fsRNiw?e=ey6cqO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43FE0E-0216-43F0-9BEE-0944241F62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#PodzielSięWiedzą</a:t>
            </a:r>
            <a:br>
              <a:rPr lang="pl-PL" dirty="0"/>
            </a:br>
            <a:r>
              <a:rPr lang="pl-PL" dirty="0"/>
              <a:t>Czym jest system kontroli GIT </a:t>
            </a:r>
            <a:br>
              <a:rPr lang="pl-PL" dirty="0"/>
            </a:br>
            <a:r>
              <a:rPr lang="pl-PL" dirty="0"/>
              <a:t>i jak wykorzystać go w praktyce?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80C41ED-54D8-4685-8389-5377CBAA9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r>
              <a:rPr lang="pl-PL" dirty="0"/>
              <a:t>Krystyna Kantorska</a:t>
            </a:r>
          </a:p>
          <a:p>
            <a:r>
              <a:rPr lang="pl-PL" dirty="0"/>
              <a:t>Programistka Baz Danych</a:t>
            </a:r>
          </a:p>
          <a:p>
            <a:r>
              <a:rPr lang="pl-PL" dirty="0"/>
              <a:t>Gdańsk 2025r.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73465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33B8EED2-5512-449B-B763-871A6724A4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F90E801-1A63-4ADE-86DD-5E2C7F5C3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solidFill>
                  <a:schemeClr val="accent1"/>
                </a:solidFill>
              </a:rPr>
              <a:t>01</a:t>
            </a:r>
            <a:r>
              <a:rPr lang="pl-PL" dirty="0"/>
              <a:t>	Trochę teorii</a:t>
            </a:r>
          </a:p>
          <a:p>
            <a:r>
              <a:rPr lang="pl-PL" dirty="0">
                <a:solidFill>
                  <a:schemeClr val="accent1"/>
                </a:solidFill>
              </a:rPr>
              <a:t>02</a:t>
            </a:r>
            <a:r>
              <a:rPr lang="pl-PL" dirty="0"/>
              <a:t>	Tworzenie/klonowanie repozytorium</a:t>
            </a:r>
          </a:p>
          <a:p>
            <a:r>
              <a:rPr lang="pl-PL" dirty="0">
                <a:solidFill>
                  <a:schemeClr val="accent1"/>
                </a:solidFill>
              </a:rPr>
              <a:t>03</a:t>
            </a:r>
            <a:r>
              <a:rPr lang="pl-PL" dirty="0"/>
              <a:t>	Przydatne narzędzia</a:t>
            </a:r>
          </a:p>
          <a:p>
            <a:r>
              <a:rPr lang="pl-PL" dirty="0">
                <a:solidFill>
                  <a:schemeClr val="accent1"/>
                </a:solidFill>
              </a:rPr>
              <a:t>04</a:t>
            </a:r>
            <a:r>
              <a:rPr lang="pl-PL" dirty="0"/>
              <a:t> 	Trochę praktyki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767C572-399B-48CB-9407-974D37FE76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l-PL" dirty="0"/>
              <a:t>Agenda</a:t>
            </a:r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C1055F4-1485-0A9C-7B43-3666A97C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4939832-9CAA-C0F7-A59C-B7B72608F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770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ED194933-87B7-4288-A968-E5B91DDCAE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8EBF1405-2753-4075-868D-511C27E8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solidFill>
                  <a:schemeClr val="tx1"/>
                </a:solidFill>
              </a:rPr>
              <a:t>Trochę teorii</a:t>
            </a:r>
            <a:endParaRPr lang="pl-PL" dirty="0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22AAB962-7CE7-4737-AE79-45831A052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l-PL" dirty="0"/>
              <a:t>01</a:t>
            </a:r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32556B38-D42D-B684-0ADF-73639F93B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0622793F-AD4E-58C8-8418-EEC835882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593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ytuł 329">
            <a:extLst>
              <a:ext uri="{FF2B5EF4-FFF2-40B4-BE49-F238E27FC236}">
                <a16:creationId xmlns:a16="http://schemas.microsoft.com/office/drawing/2014/main" id="{09680D1C-F7A4-4E61-A500-EF5B3A5C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Trochę teorii…</a:t>
            </a:r>
          </a:p>
        </p:txBody>
      </p:sp>
      <p:sp>
        <p:nvSpPr>
          <p:cNvPr id="334" name="Symbol zastępczy zawartości 333">
            <a:extLst>
              <a:ext uri="{FF2B5EF4-FFF2-40B4-BE49-F238E27FC236}">
                <a16:creationId xmlns:a16="http://schemas.microsoft.com/office/drawing/2014/main" id="{08026FC3-2C56-4D47-8F98-A00A5144A6A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51777" y="1390893"/>
            <a:ext cx="3465600" cy="5070091"/>
          </a:xfrm>
        </p:spPr>
        <p:txBody>
          <a:bodyPr/>
          <a:lstStyle/>
          <a:p>
            <a:pPr marL="0" indent="0" algn="ctr">
              <a:buNone/>
            </a:pPr>
            <a:r>
              <a:rPr lang="pl-PL" sz="1200" b="1" dirty="0"/>
              <a:t>System kontroli wersji </a:t>
            </a:r>
            <a:r>
              <a:rPr lang="pl-PL" sz="1200" dirty="0"/>
              <a:t>- </a:t>
            </a:r>
            <a:r>
              <a:rPr lang="pl-PL" sz="1200" b="0" i="0" dirty="0">
                <a:solidFill>
                  <a:srgbClr val="424242"/>
                </a:solidFill>
                <a:effectLst/>
              </a:rPr>
              <a:t>narzędzie umożliwiające śledzenie zmian w plikach, zarządzanie wersjami oraz współpracę między programistami w ramach projektu. Ułatwia rejestrowanie zmian, przywracanie wcześniejszych wersji kodu oraz łączenie zmian wprowadzanych przez różnych użytkowników.</a:t>
            </a:r>
          </a:p>
          <a:p>
            <a:pPr marL="0" indent="0" algn="ctr">
              <a:buNone/>
            </a:pPr>
            <a:endParaRPr lang="pl-PL" sz="1200" b="0" i="0" dirty="0">
              <a:solidFill>
                <a:srgbClr val="424242"/>
              </a:solidFill>
              <a:effectLst/>
            </a:endParaRPr>
          </a:p>
          <a:p>
            <a:pPr marL="0" indent="0" algn="ctr">
              <a:buNone/>
            </a:pPr>
            <a:r>
              <a:rPr lang="pl-PL" sz="1200" b="1" dirty="0">
                <a:solidFill>
                  <a:srgbClr val="424242"/>
                </a:solidFill>
              </a:rPr>
              <a:t>GIT</a:t>
            </a:r>
            <a:r>
              <a:rPr lang="pl-PL" sz="1200" dirty="0">
                <a:solidFill>
                  <a:srgbClr val="424242"/>
                </a:solidFill>
              </a:rPr>
              <a:t> – jeden z systemów kontroli wersji (system rozproszony – repozytoria lokalne, gałęzie; system bezpieczny i popularny)</a:t>
            </a:r>
          </a:p>
          <a:p>
            <a:pPr marL="0" indent="0">
              <a:buNone/>
            </a:pPr>
            <a:endParaRPr lang="pl-PL" sz="1200" dirty="0">
              <a:solidFill>
                <a:srgbClr val="424242"/>
              </a:solidFill>
            </a:endParaRPr>
          </a:p>
          <a:p>
            <a:pPr marL="0" indent="0" algn="ctr">
              <a:buNone/>
            </a:pPr>
            <a:r>
              <a:rPr lang="pl-PL" sz="1200" b="1" dirty="0">
                <a:solidFill>
                  <a:srgbClr val="424242"/>
                </a:solidFill>
              </a:rPr>
              <a:t>GitHub / </a:t>
            </a:r>
            <a:r>
              <a:rPr lang="pl-PL" sz="1200" b="1" dirty="0" err="1">
                <a:solidFill>
                  <a:srgbClr val="424242"/>
                </a:solidFill>
              </a:rPr>
              <a:t>GitLab</a:t>
            </a:r>
            <a:r>
              <a:rPr lang="pl-PL" sz="1200" b="1" dirty="0">
                <a:solidFill>
                  <a:srgbClr val="424242"/>
                </a:solidFill>
              </a:rPr>
              <a:t> / </a:t>
            </a:r>
            <a:r>
              <a:rPr lang="pl-PL" sz="1200" b="1" dirty="0" err="1">
                <a:solidFill>
                  <a:srgbClr val="424242"/>
                </a:solidFill>
              </a:rPr>
              <a:t>Bitbucket</a:t>
            </a:r>
            <a:r>
              <a:rPr lang="pl-PL" sz="1200" b="1" dirty="0">
                <a:solidFill>
                  <a:srgbClr val="424242"/>
                </a:solidFill>
              </a:rPr>
              <a:t> </a:t>
            </a:r>
            <a:r>
              <a:rPr lang="pl-PL" sz="1200" dirty="0">
                <a:solidFill>
                  <a:srgbClr val="424242"/>
                </a:solidFill>
              </a:rPr>
              <a:t>– platformy hostingowe dla repozytoriów git;</a:t>
            </a:r>
          </a:p>
          <a:p>
            <a:pPr marL="0" indent="0">
              <a:buNone/>
            </a:pPr>
            <a:endParaRPr lang="pl-PL" sz="1200" dirty="0">
              <a:solidFill>
                <a:srgbClr val="424242"/>
              </a:solidFill>
            </a:endParaRPr>
          </a:p>
        </p:txBody>
      </p:sp>
      <p:pic>
        <p:nvPicPr>
          <p:cNvPr id="22" name="Grafika 21" descr="Laptop kontur">
            <a:extLst>
              <a:ext uri="{FF2B5EF4-FFF2-40B4-BE49-F238E27FC236}">
                <a16:creationId xmlns:a16="http://schemas.microsoft.com/office/drawing/2014/main" id="{50BAB075-0007-E271-5B70-C9515140F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5067" y="3757216"/>
            <a:ext cx="914400" cy="914400"/>
          </a:xfrm>
          <a:prstGeom prst="rect">
            <a:avLst/>
          </a:prstGeom>
        </p:spPr>
      </p:pic>
      <p:pic>
        <p:nvPicPr>
          <p:cNvPr id="34" name="Grafika 33" descr="Chmura synchronizacji kontur">
            <a:extLst>
              <a:ext uri="{FF2B5EF4-FFF2-40B4-BE49-F238E27FC236}">
                <a16:creationId xmlns:a16="http://schemas.microsoft.com/office/drawing/2014/main" id="{85342119-D24B-35FA-431D-175734505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7479" y="2111957"/>
            <a:ext cx="914400" cy="914400"/>
          </a:xfrm>
          <a:prstGeom prst="rect">
            <a:avLst/>
          </a:prstGeom>
        </p:spPr>
      </p:pic>
      <p:sp>
        <p:nvSpPr>
          <p:cNvPr id="35" name="pole tekstowe 34">
            <a:extLst>
              <a:ext uri="{FF2B5EF4-FFF2-40B4-BE49-F238E27FC236}">
                <a16:creationId xmlns:a16="http://schemas.microsoft.com/office/drawing/2014/main" id="{0F756271-D8C4-5F48-8642-376664FE9961}"/>
              </a:ext>
            </a:extLst>
          </p:cNvPr>
          <p:cNvSpPr txBox="1"/>
          <p:nvPr/>
        </p:nvSpPr>
        <p:spPr>
          <a:xfrm>
            <a:off x="5051085" y="2520652"/>
            <a:ext cx="2942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1" dirty="0">
                <a:solidFill>
                  <a:srgbClr val="424242"/>
                </a:solidFill>
              </a:rPr>
              <a:t>Zdalne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dirty="0">
                <a:solidFill>
                  <a:srgbClr val="424242"/>
                </a:solidFill>
              </a:rPr>
              <a:t>przec</a:t>
            </a:r>
            <a:r>
              <a:rPr lang="pl-PL" sz="1200" dirty="0">
                <a:solidFill>
                  <a:srgbClr val="424242"/>
                </a:solidFill>
              </a:rPr>
              <a:t>howywane na serwerze lub platformie hostingowej, umożliwia współpracę z innymi programistami, wymianę zmian i synchronizację pracy;</a:t>
            </a:r>
          </a:p>
          <a:p>
            <a:pPr algn="r"/>
            <a:endParaRPr lang="pl-PL" sz="1200" dirty="0"/>
          </a:p>
        </p:txBody>
      </p: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DAC2DC42-4BB1-152B-2B89-F111AF4BE30D}"/>
              </a:ext>
            </a:extLst>
          </p:cNvPr>
          <p:cNvSpPr txBox="1"/>
          <p:nvPr/>
        </p:nvSpPr>
        <p:spPr>
          <a:xfrm>
            <a:off x="4975246" y="3925939"/>
            <a:ext cx="3021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>
              <a:buFont typeface="Courier New" panose="02070309020205020404" pitchFamily="49" charset="0"/>
              <a:buNone/>
            </a:pPr>
            <a:r>
              <a:rPr lang="pl-PL" sz="1200" b="1" dirty="0">
                <a:solidFill>
                  <a:srgbClr val="424242"/>
                </a:solidFill>
              </a:rPr>
              <a:t>Lokalne</a:t>
            </a:r>
          </a:p>
          <a:p>
            <a:pPr lvl="1" algn="r">
              <a:buFont typeface="Courier New" panose="02070309020205020404" pitchFamily="49" charset="0"/>
              <a:buNone/>
            </a:pPr>
            <a:r>
              <a:rPr lang="pl-PL" sz="1200" dirty="0">
                <a:solidFill>
                  <a:srgbClr val="424242"/>
                </a:solidFill>
              </a:rPr>
              <a:t>kopia repozytorium przechowywana na komputerze programisty, umożliwiająca pracę</a:t>
            </a:r>
          </a:p>
          <a:p>
            <a:pPr lvl="1" algn="r">
              <a:buFont typeface="Courier New" panose="02070309020205020404" pitchFamily="49" charset="0"/>
              <a:buNone/>
            </a:pPr>
            <a:r>
              <a:rPr lang="pl-PL" sz="1200" dirty="0">
                <a:solidFill>
                  <a:srgbClr val="424242"/>
                </a:solidFill>
              </a:rPr>
              <a:t>i wprowadzanie zmian w kodzie.</a:t>
            </a:r>
            <a:endParaRPr lang="pl-PL" sz="1200" dirty="0"/>
          </a:p>
          <a:p>
            <a:pPr algn="r"/>
            <a:endParaRPr lang="pl-PL" sz="1200" dirty="0"/>
          </a:p>
        </p:txBody>
      </p:sp>
      <p:pic>
        <p:nvPicPr>
          <p:cNvPr id="41" name="Grafika 40" descr="Laptop kontur">
            <a:extLst>
              <a:ext uri="{FF2B5EF4-FFF2-40B4-BE49-F238E27FC236}">
                <a16:creationId xmlns:a16="http://schemas.microsoft.com/office/drawing/2014/main" id="{7818209C-ABAC-17B1-FDFC-BDEFF236E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8144" y="3583432"/>
            <a:ext cx="914400" cy="914400"/>
          </a:xfrm>
          <a:prstGeom prst="rect">
            <a:avLst/>
          </a:prstGeom>
        </p:spPr>
      </p:pic>
      <p:pic>
        <p:nvPicPr>
          <p:cNvPr id="42" name="Grafika 41" descr="Laptop kontur">
            <a:extLst>
              <a:ext uri="{FF2B5EF4-FFF2-40B4-BE49-F238E27FC236}">
                <a16:creationId xmlns:a16="http://schemas.microsoft.com/office/drawing/2014/main" id="{8FEDDFD3-CD19-ED85-95AF-016ADFA83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5268" y="3090511"/>
            <a:ext cx="914400" cy="914400"/>
          </a:xfrm>
          <a:prstGeom prst="rect">
            <a:avLst/>
          </a:prstGeom>
        </p:spPr>
      </p:pic>
      <p:cxnSp>
        <p:nvCxnSpPr>
          <p:cNvPr id="48" name="Łącznik prosty ze strzałką 47">
            <a:extLst>
              <a:ext uri="{FF2B5EF4-FFF2-40B4-BE49-F238E27FC236}">
                <a16:creationId xmlns:a16="http://schemas.microsoft.com/office/drawing/2014/main" id="{53F3C226-33CA-C9D1-71AC-8F6E3517E752}"/>
              </a:ext>
            </a:extLst>
          </p:cNvPr>
          <p:cNvCxnSpPr>
            <a:cxnSpLocks/>
          </p:cNvCxnSpPr>
          <p:nvPr/>
        </p:nvCxnSpPr>
        <p:spPr>
          <a:xfrm>
            <a:off x="8990915" y="2770161"/>
            <a:ext cx="1464353" cy="5960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Łącznik prosty ze strzałką 49">
            <a:extLst>
              <a:ext uri="{FF2B5EF4-FFF2-40B4-BE49-F238E27FC236}">
                <a16:creationId xmlns:a16="http://schemas.microsoft.com/office/drawing/2014/main" id="{7682CA2F-677B-5BFC-60BE-DC37DA6D3866}"/>
              </a:ext>
            </a:extLst>
          </p:cNvPr>
          <p:cNvCxnSpPr>
            <a:cxnSpLocks/>
          </p:cNvCxnSpPr>
          <p:nvPr/>
        </p:nvCxnSpPr>
        <p:spPr>
          <a:xfrm>
            <a:off x="8836264" y="2879793"/>
            <a:ext cx="636940" cy="8067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Łącznik prosty ze strzałką 52">
            <a:extLst>
              <a:ext uri="{FF2B5EF4-FFF2-40B4-BE49-F238E27FC236}">
                <a16:creationId xmlns:a16="http://schemas.microsoft.com/office/drawing/2014/main" id="{1F611067-E150-B574-B58E-FD9C5AEED9B7}"/>
              </a:ext>
            </a:extLst>
          </p:cNvPr>
          <p:cNvCxnSpPr>
            <a:cxnSpLocks/>
          </p:cNvCxnSpPr>
          <p:nvPr/>
        </p:nvCxnSpPr>
        <p:spPr>
          <a:xfrm>
            <a:off x="8507855" y="2937330"/>
            <a:ext cx="167389" cy="9089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pole tekstowe 56">
            <a:extLst>
              <a:ext uri="{FF2B5EF4-FFF2-40B4-BE49-F238E27FC236}">
                <a16:creationId xmlns:a16="http://schemas.microsoft.com/office/drawing/2014/main" id="{70C50605-44AB-C324-9668-00849B5A1C6B}"/>
              </a:ext>
            </a:extLst>
          </p:cNvPr>
          <p:cNvSpPr txBox="1"/>
          <p:nvPr/>
        </p:nvSpPr>
        <p:spPr>
          <a:xfrm>
            <a:off x="6716493" y="1624011"/>
            <a:ext cx="3917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b="1" dirty="0">
                <a:solidFill>
                  <a:srgbClr val="424242"/>
                </a:solidFill>
              </a:rPr>
              <a:t>Repozytorium</a:t>
            </a:r>
            <a:r>
              <a:rPr lang="pl-PL" sz="1200" dirty="0">
                <a:solidFill>
                  <a:srgbClr val="424242"/>
                </a:solidFill>
              </a:rPr>
              <a:t> - miejsce, w którym przechowywane są pliki i historia ich zmian w ramach projektu, dzielimy na:</a:t>
            </a:r>
          </a:p>
          <a:p>
            <a:endParaRPr lang="pl-PL" sz="1600" dirty="0"/>
          </a:p>
        </p:txBody>
      </p:sp>
      <p:sp>
        <p:nvSpPr>
          <p:cNvPr id="58" name="Strzałka: w dół 57">
            <a:extLst>
              <a:ext uri="{FF2B5EF4-FFF2-40B4-BE49-F238E27FC236}">
                <a16:creationId xmlns:a16="http://schemas.microsoft.com/office/drawing/2014/main" id="{4EBC4967-1521-A692-1CB0-2139F963F58B}"/>
              </a:ext>
            </a:extLst>
          </p:cNvPr>
          <p:cNvSpPr/>
          <p:nvPr/>
        </p:nvSpPr>
        <p:spPr>
          <a:xfrm>
            <a:off x="2561455" y="2998029"/>
            <a:ext cx="236755" cy="3029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9" name="Strzałka: w dół 58">
            <a:extLst>
              <a:ext uri="{FF2B5EF4-FFF2-40B4-BE49-F238E27FC236}">
                <a16:creationId xmlns:a16="http://schemas.microsoft.com/office/drawing/2014/main" id="{EC6E125D-4376-2B4E-60DF-5E45E76A8034}"/>
              </a:ext>
            </a:extLst>
          </p:cNvPr>
          <p:cNvSpPr/>
          <p:nvPr/>
        </p:nvSpPr>
        <p:spPr>
          <a:xfrm>
            <a:off x="2561454" y="4014967"/>
            <a:ext cx="236755" cy="3029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3BC25757-53F4-D93A-6C99-23478FDF9195}"/>
              </a:ext>
            </a:extLst>
          </p:cNvPr>
          <p:cNvCxnSpPr>
            <a:cxnSpLocks/>
          </p:cNvCxnSpPr>
          <p:nvPr/>
        </p:nvCxnSpPr>
        <p:spPr>
          <a:xfrm flipH="1">
            <a:off x="4295800" y="3686568"/>
            <a:ext cx="1308155" cy="828012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97C5A2F3-D298-DCDC-B90D-7B4178F0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BAAF8AA-1413-8290-5F74-3C75EE75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743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76FF0375-B4EF-64C9-B38C-784F3D54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Trochę teorii…</a:t>
            </a:r>
          </a:p>
        </p:txBody>
      </p:sp>
      <p:pic>
        <p:nvPicPr>
          <p:cNvPr id="1026" name="Picture 2" descr="Understanding Git Branching. During my time at Flatiron School, I've… | by  Jacob Logan | Medium">
            <a:extLst>
              <a:ext uri="{FF2B5EF4-FFF2-40B4-BE49-F238E27FC236}">
                <a16:creationId xmlns:a16="http://schemas.microsoft.com/office/drawing/2014/main" id="{96F4BEEC-931C-A669-4639-03D87654A342}"/>
              </a:ext>
            </a:extLst>
          </p:cNvPr>
          <p:cNvPicPr>
            <a:picLocks noGrp="1" noChangeAspect="1" noChangeArrowheads="1"/>
          </p:cNvPicPr>
          <p:nvPr>
            <p:ph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506" y="860109"/>
            <a:ext cx="7781836" cy="3267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9FF38561-206E-E0DF-27B5-722A1C8F3F25}"/>
              </a:ext>
            </a:extLst>
          </p:cNvPr>
          <p:cNvSpPr txBox="1"/>
          <p:nvPr/>
        </p:nvSpPr>
        <p:spPr>
          <a:xfrm>
            <a:off x="6383098" y="4307113"/>
            <a:ext cx="4896326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pl-PL" sz="1050" b="1" dirty="0">
                <a:solidFill>
                  <a:srgbClr val="424242"/>
                </a:solidFill>
              </a:rPr>
              <a:t>Gałąź (</a:t>
            </a:r>
            <a:r>
              <a:rPr lang="pl-PL" sz="1050" b="1" dirty="0" err="1">
                <a:solidFill>
                  <a:srgbClr val="424242"/>
                </a:solidFill>
              </a:rPr>
              <a:t>branch</a:t>
            </a:r>
            <a:r>
              <a:rPr lang="pl-PL" sz="1050" b="1" dirty="0">
                <a:solidFill>
                  <a:srgbClr val="424242"/>
                </a:solidFill>
              </a:rPr>
              <a:t>) </a:t>
            </a:r>
            <a:r>
              <a:rPr lang="pl-PL" sz="1050" dirty="0">
                <a:solidFill>
                  <a:srgbClr val="424242"/>
                </a:solidFill>
              </a:rPr>
              <a:t>– równoległa ścieżka modyfikacji repozytorium, która umożliwia w izolowany sposób wytwarzanie i testowanie kodu, bez ryzyka utraty danych głównej wersji repozytorium;</a:t>
            </a:r>
          </a:p>
          <a:p>
            <a:r>
              <a:rPr lang="pl-PL" sz="1050" b="1" dirty="0" err="1">
                <a:solidFill>
                  <a:srgbClr val="424242"/>
                </a:solidFill>
              </a:rPr>
              <a:t>Commit</a:t>
            </a:r>
            <a:r>
              <a:rPr lang="pl-PL" sz="1050" dirty="0">
                <a:solidFill>
                  <a:srgbClr val="424242"/>
                </a:solidFill>
              </a:rPr>
              <a:t> - zapisanie zmian wprowadzonych w plikach projektu; reprezentuje punkt kontrolny w historii projektu, do którego można powrócić, jeśli potrzeba przywrócić wcześniejsze wersje plików;</a:t>
            </a:r>
          </a:p>
          <a:p>
            <a:r>
              <a:rPr lang="pl-PL" sz="1050" b="1" dirty="0" err="1">
                <a:solidFill>
                  <a:srgbClr val="424242"/>
                </a:solidFill>
              </a:rPr>
              <a:t>Merge</a:t>
            </a:r>
            <a:r>
              <a:rPr lang="pl-PL" sz="1050" dirty="0">
                <a:solidFill>
                  <a:srgbClr val="424242"/>
                </a:solidFill>
              </a:rPr>
              <a:t> – opcja łączenia 2 gałęzi – połączenie zmian</a:t>
            </a:r>
          </a:p>
          <a:p>
            <a:r>
              <a:rPr lang="pl-PL" sz="1050" b="1" dirty="0">
                <a:solidFill>
                  <a:srgbClr val="424242"/>
                </a:solidFill>
              </a:rPr>
              <a:t>Konflikt</a:t>
            </a:r>
            <a:r>
              <a:rPr lang="pl-PL" sz="1050" dirty="0">
                <a:solidFill>
                  <a:srgbClr val="424242"/>
                </a:solidFill>
              </a:rPr>
              <a:t> – sytuacja, gdy dwie gałęzie, które mają być połączone, zawierają sprzeczne zmiany w tych samych plikach lub fragmentach kodu</a:t>
            </a:r>
          </a:p>
          <a:p>
            <a:r>
              <a:rPr lang="pl-PL" sz="1050" b="1" dirty="0">
                <a:solidFill>
                  <a:srgbClr val="424242"/>
                </a:solidFill>
              </a:rPr>
              <a:t>.</a:t>
            </a:r>
            <a:r>
              <a:rPr lang="pl-PL" sz="1050" b="1" dirty="0" err="1">
                <a:solidFill>
                  <a:srgbClr val="424242"/>
                </a:solidFill>
              </a:rPr>
              <a:t>gitignore</a:t>
            </a:r>
            <a:r>
              <a:rPr lang="pl-PL" sz="1050" b="1" dirty="0">
                <a:solidFill>
                  <a:srgbClr val="424242"/>
                </a:solidFill>
              </a:rPr>
              <a:t> </a:t>
            </a:r>
            <a:r>
              <a:rPr lang="pl-PL" sz="1050" dirty="0">
                <a:solidFill>
                  <a:srgbClr val="424242"/>
                </a:solidFill>
              </a:rPr>
              <a:t>– lista plików i katalogów, które git ma ignorować – pliki nie będą zapisane w repozytorium ani śledzone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F1F3309-BE35-28CA-7FD8-9A75EF6DEE84}"/>
              </a:ext>
            </a:extLst>
          </p:cNvPr>
          <p:cNvSpPr txBox="1"/>
          <p:nvPr/>
        </p:nvSpPr>
        <p:spPr>
          <a:xfrm>
            <a:off x="7673453" y="3488331"/>
            <a:ext cx="41937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800" dirty="0"/>
              <a:t>Źródło: https://medium.com/@jacoblogan98/understanding-git-branching-5d01f3dda541</a:t>
            </a:r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5C2E933B-076C-21BF-DC6B-E30B3EAB5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A7BECE1-5F5D-AAC9-CF62-530D1AD4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228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ytuł 329">
            <a:extLst>
              <a:ext uri="{FF2B5EF4-FFF2-40B4-BE49-F238E27FC236}">
                <a16:creationId xmlns:a16="http://schemas.microsoft.com/office/drawing/2014/main" id="{58EFF61A-F4A2-0F47-5E4C-E00A778CD8EA}"/>
              </a:ext>
            </a:extLst>
          </p:cNvPr>
          <p:cNvSpPr txBox="1">
            <a:spLocks/>
          </p:cNvSpPr>
          <p:nvPr/>
        </p:nvSpPr>
        <p:spPr>
          <a:xfrm>
            <a:off x="479813" y="332082"/>
            <a:ext cx="5400287" cy="719117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Trochę teorii… KOMENDY</a:t>
            </a: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8FB5D6C8-8AA8-094D-CE9E-01AB2277C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813" y="1405762"/>
            <a:ext cx="6292842" cy="38010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pl-PL" altLang="pl-PL" sz="900" b="1" dirty="0">
                <a:solidFill>
                  <a:srgbClr val="424242"/>
                </a:solidFill>
                <a:latin typeface="Arial Unicode MS"/>
                <a:cs typeface="Segoe UI" panose="020B0502040204020203" pitchFamily="34" charset="0"/>
              </a:rPr>
              <a:t>ŚCIĄGA:</a:t>
            </a:r>
            <a:endParaRPr kumimoji="0" lang="pl-PL" altLang="pl-PL" sz="900" b="1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init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Inicjalizuje nowe repozytorium Git w bieżącym katalogu.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clone &lt;URL&gt;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Klonuje zdalne repozytorium do lokalnego katalogu.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status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Wyświetla stan lokalnego repozytorium, pokazując pliki zmodyfikowane, dodane, usunięte oraz nieśledzone.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add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&lt;plik&gt; (lub .)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Dodaje plik do indeksu, przygotowując go do </a:t>
            </a:r>
            <a:r>
              <a:rPr kumimoji="0" lang="pl-PL" altLang="pl-PL" sz="900" b="0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commitu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5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commit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-m "Wiadomość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commitu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"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Tworzy nowy </a:t>
            </a:r>
            <a:r>
              <a:rPr kumimoji="0" lang="pl-PL" altLang="pl-PL" sz="900" b="0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commit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z plikami dodanymi do indeksu, z opisem;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6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log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Pokazuje historię </a:t>
            </a:r>
            <a:r>
              <a:rPr kumimoji="0" lang="pl-PL" altLang="pl-PL" sz="900" b="0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commitów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wraz z identyfikatorami, autorami i wiadomościami.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7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diff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Wyświetla różnice między plikami roboczymi a ostatnim </a:t>
            </a:r>
            <a:r>
              <a:rPr kumimoji="0" lang="pl-PL" altLang="pl-PL" sz="900" b="0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commitem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8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checkout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&lt;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commit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/gałąź&gt;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Przełącza repozytorium na określony </a:t>
            </a:r>
            <a:r>
              <a:rPr kumimoji="0" lang="pl-PL" altLang="pl-PL" sz="900" b="0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commit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lub gałąź.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9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branch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Wyświetla listę gałęzi lokalnego repozytorium oraz wskazuje, która z nich jest aktualnie aktywna.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10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branch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&lt;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nazwa_gałęzi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&gt;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Tworzy nową gałąź o podanej nazwie.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11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merge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&lt;gałąź&gt;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Łączy zmiany z podanej gałęzi do aktualnie aktywnej gałęzi.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12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remote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Wyświetla listę zdalnych repozytoriów skonfigurowanych dla lokalnego repozytorium.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13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remote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add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&lt;nazwa&gt; &lt;URL&gt;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Dodaje zdalne repozytorium o podanej nazwie i adresie URL.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14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fetch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&lt;nazwa&gt;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Pobiera zmiany ze zdalnego repozytorium, ale nie łączy ich z aktualną gałęzią.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15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pull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&lt;nazwa&gt; &lt;gałąź&gt;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Pobiera zmiany ze zdalnego repozytorium i łączy je z aktualną gałęzią.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16"/>
              <a:tabLst/>
            </a:pP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git </a:t>
            </a:r>
            <a:r>
              <a:rPr kumimoji="0" lang="pl-PL" altLang="pl-PL" sz="900" b="1" i="0" u="none" strike="noStrike" cap="none" normalizeH="0" baseline="0" dirty="0" err="1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push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cs typeface="Segoe UI" panose="020B0502040204020203" pitchFamily="34" charset="0"/>
              </a:rPr>
              <a:t> &lt;nazwa&gt; &lt;gałąź&gt;</a:t>
            </a:r>
            <a:r>
              <a:rPr kumimoji="0" lang="pl-PL" altLang="pl-PL" sz="9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kumimoji="0" lang="pl-PL" altLang="pl-PL" sz="9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Wysyła zmiany z lokalnej gałęzi do zdalnego repozytorium.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endParaRPr kumimoji="0" lang="pl-PL" altLang="pl-PL" sz="9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9E0E12A-30DB-081B-40F3-4CB6B74DD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655" y="935153"/>
            <a:ext cx="4764322" cy="5297695"/>
          </a:xfrm>
          <a:prstGeom prst="rect">
            <a:avLst/>
          </a:prstGeom>
        </p:spPr>
      </p:pic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99872B27-FD52-03C4-76C5-CE68242E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A425A3F-A3D0-D2CB-EA45-DC1B3026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749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ED194933-87B7-4288-A968-E5B91DDCAE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8EBF1405-2753-4075-868D-511C27E8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>
                <a:solidFill>
                  <a:schemeClr val="tx1"/>
                </a:solidFill>
              </a:rPr>
              <a:t>Tworzenie a klonowanie repozytorium</a:t>
            </a:r>
            <a:endParaRPr lang="pl-PL" dirty="0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22AAB962-7CE7-4737-AE79-45831A052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l-PL"/>
              <a:t>02</a:t>
            </a:r>
            <a:endParaRPr lang="pl-PL" dirty="0"/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FC0C1062-134D-B009-6E9E-91ED37E6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ED9734BD-FFE8-4C13-4E30-CAC2407F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55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ytuł 329">
            <a:extLst>
              <a:ext uri="{FF2B5EF4-FFF2-40B4-BE49-F238E27FC236}">
                <a16:creationId xmlns:a16="http://schemas.microsoft.com/office/drawing/2014/main" id="{09680D1C-F7A4-4E61-A500-EF5B3A5C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319573"/>
            <a:ext cx="9503975" cy="900000"/>
          </a:xfrm>
        </p:spPr>
        <p:txBody>
          <a:bodyPr anchor="t">
            <a:normAutofit/>
          </a:bodyPr>
          <a:lstStyle/>
          <a:p>
            <a:r>
              <a:rPr lang="pl-PL" dirty="0"/>
              <a:t>Tworzenie a klonowanie repozytorium</a:t>
            </a:r>
          </a:p>
        </p:txBody>
      </p:sp>
      <p:sp>
        <p:nvSpPr>
          <p:cNvPr id="8" name="Tytuł 329">
            <a:extLst>
              <a:ext uri="{FF2B5EF4-FFF2-40B4-BE49-F238E27FC236}">
                <a16:creationId xmlns:a16="http://schemas.microsoft.com/office/drawing/2014/main" id="{4F3931DF-EC95-8916-2AF2-7C5963F03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950" y="1119498"/>
            <a:ext cx="10695626" cy="4919127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Różnice między tworzeniem a klonowaniem repozytorium:</a:t>
            </a:r>
          </a:p>
          <a:p>
            <a:endParaRPr lang="pl-PL" dirty="0"/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A0C20FAE-4C68-42E5-93E5-EBB49AAFD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35453"/>
              </p:ext>
            </p:extLst>
          </p:nvPr>
        </p:nvGraphicFramePr>
        <p:xfrm>
          <a:off x="1719603" y="1887067"/>
          <a:ext cx="8445145" cy="340868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683505">
                  <a:extLst>
                    <a:ext uri="{9D8B030D-6E8A-4147-A177-3AD203B41FA5}">
                      <a16:colId xmlns:a16="http://schemas.microsoft.com/office/drawing/2014/main" val="3352906818"/>
                    </a:ext>
                  </a:extLst>
                </a:gridCol>
                <a:gridCol w="2832478">
                  <a:extLst>
                    <a:ext uri="{9D8B030D-6E8A-4147-A177-3AD203B41FA5}">
                      <a16:colId xmlns:a16="http://schemas.microsoft.com/office/drawing/2014/main" val="3268666677"/>
                    </a:ext>
                  </a:extLst>
                </a:gridCol>
                <a:gridCol w="2929162">
                  <a:extLst>
                    <a:ext uri="{9D8B030D-6E8A-4147-A177-3AD203B41FA5}">
                      <a16:colId xmlns:a16="http://schemas.microsoft.com/office/drawing/2014/main" val="3368282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b="1" dirty="0">
                          <a:effectLst/>
                        </a:rPr>
                        <a:t>Tworzenie własnego repozytorium</a:t>
                      </a: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b="1" dirty="0">
                          <a:effectLst/>
                        </a:rPr>
                        <a:t>Klonowanie repozytorium</a:t>
                      </a: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902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Polecenie</a:t>
                      </a:r>
                      <a:endParaRPr lang="pl-P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git init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git clone &lt;URL&gt;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394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Początkowy stan repozytorium</a:t>
                      </a:r>
                      <a:endParaRPr lang="pl-P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Puste repozytorium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Kopia istniejącego repozytorium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661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Zawartość</a:t>
                      </a:r>
                      <a:endParaRPr lang="pl-P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Brak plików, brak historii commitów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effectLst/>
                        </a:rPr>
                        <a:t>Wszystkie pliki, historia </a:t>
                      </a:r>
                      <a:r>
                        <a:rPr lang="pl-PL" dirty="0" err="1">
                          <a:effectLst/>
                        </a:rPr>
                        <a:t>commitów</a:t>
                      </a:r>
                      <a:r>
                        <a:rPr lang="pl-PL" dirty="0">
                          <a:effectLst/>
                        </a:rPr>
                        <a:t>, gałęzie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69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Domyślna gałąź</a:t>
                      </a:r>
                      <a:endParaRPr lang="pl-P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effectLst/>
                        </a:rPr>
                        <a:t>"master" (lub "</a:t>
                      </a:r>
                      <a:r>
                        <a:rPr lang="pl-PL" dirty="0" err="1">
                          <a:effectLst/>
                        </a:rPr>
                        <a:t>main</a:t>
                      </a:r>
                      <a:r>
                        <a:rPr lang="pl-PL" dirty="0">
                          <a:effectLst/>
                        </a:rPr>
                        <a:t>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effectLst/>
                        </a:rPr>
                        <a:t>"master" (lub "</a:t>
                      </a:r>
                      <a:r>
                        <a:rPr lang="pl-PL" dirty="0" err="1">
                          <a:effectLst/>
                        </a:rPr>
                        <a:t>main</a:t>
                      </a:r>
                      <a:r>
                        <a:rPr lang="pl-PL" dirty="0">
                          <a:effectLst/>
                        </a:rPr>
                        <a:t>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95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Przełączanie gałęzi</a:t>
                      </a:r>
                      <a:endParaRPr lang="pl-P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Brak innych gałęzi na początku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Wszystkie gałęzie z repozytorium źródłowego, możliwość przełączania za pomocą git checkout &lt;branch&gt;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194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Zastosowanie</a:t>
                      </a:r>
                      <a:endParaRPr lang="pl-P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Rozpoczęcie nowego projektu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Praca nad istniejącym projektem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98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b="1">
                          <a:effectLst/>
                        </a:rPr>
                        <a:t>Wymagane kroki po utworzeniu</a:t>
                      </a:r>
                      <a:endParaRPr lang="pl-P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>
                          <a:effectLst/>
                        </a:rPr>
                        <a:t>Dodanie plików, pierwszy commit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effectLst/>
                        </a:rPr>
                        <a:t>Bezpośrednia praca nad plikami, możliwość przełączania gałęzi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194330"/>
                  </a:ext>
                </a:extLst>
              </a:tr>
            </a:tbl>
          </a:graphicData>
        </a:graphic>
      </p:graphicFrame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EF71FCA5-F64A-7981-65C7-A2EE64F8F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8645D9CF-D2E4-8FDB-1A63-98BDF700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1883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ytuł 329">
            <a:extLst>
              <a:ext uri="{FF2B5EF4-FFF2-40B4-BE49-F238E27FC236}">
                <a16:creationId xmlns:a16="http://schemas.microsoft.com/office/drawing/2014/main" id="{09680D1C-F7A4-4E61-A500-EF5B3A5C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319573"/>
            <a:ext cx="9503975" cy="900000"/>
          </a:xfrm>
        </p:spPr>
        <p:txBody>
          <a:bodyPr anchor="t">
            <a:normAutofit/>
          </a:bodyPr>
          <a:lstStyle/>
          <a:p>
            <a:r>
              <a:rPr lang="pl-PL" dirty="0"/>
              <a:t>Tworzenie a klonowanie repozytorium</a:t>
            </a:r>
          </a:p>
        </p:txBody>
      </p:sp>
      <p:sp>
        <p:nvSpPr>
          <p:cNvPr id="8" name="Tytuł 329">
            <a:extLst>
              <a:ext uri="{FF2B5EF4-FFF2-40B4-BE49-F238E27FC236}">
                <a16:creationId xmlns:a16="http://schemas.microsoft.com/office/drawing/2014/main" id="{4F3931DF-EC95-8916-2AF2-7C5963F03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950" y="1119498"/>
            <a:ext cx="5982056" cy="4919127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Jakie pliki można umieszczać w repozytorium? …wszystkie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tekstowe: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Kod źródłowy, np. .</a:t>
            </a:r>
            <a:r>
              <a:rPr lang="pl-PL" sz="1100" dirty="0" err="1"/>
              <a:t>py</a:t>
            </a:r>
            <a:r>
              <a:rPr lang="pl-PL" sz="1100" dirty="0"/>
              <a:t>, .</a:t>
            </a:r>
            <a:r>
              <a:rPr lang="pl-PL" sz="1100" dirty="0" err="1"/>
              <a:t>java</a:t>
            </a:r>
            <a:r>
              <a:rPr lang="pl-PL" sz="1100" dirty="0"/>
              <a:t>, .</a:t>
            </a:r>
            <a:r>
              <a:rPr lang="pl-PL" sz="1100" dirty="0" err="1"/>
              <a:t>cpp</a:t>
            </a:r>
            <a:r>
              <a:rPr lang="pl-PL" sz="1100" dirty="0"/>
              <a:t>, .</a:t>
            </a:r>
            <a:r>
              <a:rPr lang="pl-PL" sz="1100" dirty="0" err="1"/>
              <a:t>js</a:t>
            </a:r>
            <a:r>
              <a:rPr lang="pl-PL" sz="1100" dirty="0"/>
              <a:t>, .</a:t>
            </a:r>
            <a:r>
              <a:rPr lang="pl-PL" sz="1100" dirty="0" err="1"/>
              <a:t>html</a:t>
            </a:r>
            <a:r>
              <a:rPr lang="pl-PL" sz="1100" dirty="0"/>
              <a:t>, .</a:t>
            </a:r>
            <a:r>
              <a:rPr lang="pl-PL" sz="1100" dirty="0" err="1"/>
              <a:t>css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konfiguracyjne, np. .</a:t>
            </a:r>
            <a:r>
              <a:rPr lang="pl-PL" sz="1100" dirty="0" err="1"/>
              <a:t>xml</a:t>
            </a:r>
            <a:r>
              <a:rPr lang="pl-PL" sz="1100" dirty="0"/>
              <a:t>, .</a:t>
            </a:r>
            <a:r>
              <a:rPr lang="pl-PL" sz="1100" dirty="0" err="1"/>
              <a:t>json</a:t>
            </a:r>
            <a:r>
              <a:rPr lang="pl-PL" sz="1100" dirty="0"/>
              <a:t>, .</a:t>
            </a:r>
            <a:r>
              <a:rPr lang="pl-PL" sz="1100" dirty="0" err="1"/>
              <a:t>yaml</a:t>
            </a:r>
            <a:r>
              <a:rPr lang="pl-PL" sz="1100" dirty="0"/>
              <a:t>, .ini, .</a:t>
            </a:r>
            <a:r>
              <a:rPr lang="pl-PL" sz="1100" dirty="0" err="1"/>
              <a:t>sh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z zapytaniami SQL, np. .</a:t>
            </a:r>
            <a:r>
              <a:rPr lang="pl-PL" sz="1100" dirty="0" err="1"/>
              <a:t>sql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danych: Pliki z danymi (np. .</a:t>
            </a:r>
            <a:r>
              <a:rPr lang="pl-PL" sz="1100" dirty="0" err="1"/>
              <a:t>csv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dokumentacyjne i notatki, np. .md, .txt,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binarne: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graficzne (np. .</a:t>
            </a:r>
            <a:r>
              <a:rPr lang="pl-PL" sz="1100" dirty="0" err="1"/>
              <a:t>png</a:t>
            </a:r>
            <a:r>
              <a:rPr lang="pl-PL" sz="1100" dirty="0"/>
              <a:t>, .jpg, .gif, .</a:t>
            </a:r>
            <a:r>
              <a:rPr lang="pl-PL" sz="1100" dirty="0" err="1"/>
              <a:t>svg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audio i wideo (np. .mp3, .</a:t>
            </a:r>
            <a:r>
              <a:rPr lang="pl-PL" sz="1100" dirty="0" err="1"/>
              <a:t>wav</a:t>
            </a:r>
            <a:r>
              <a:rPr lang="pl-PL" sz="1100" dirty="0"/>
              <a:t>, .mp4).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Dokumenty MS Office (np. .</a:t>
            </a:r>
            <a:r>
              <a:rPr lang="pl-PL" sz="1100" dirty="0" err="1"/>
              <a:t>docx</a:t>
            </a:r>
            <a:r>
              <a:rPr lang="pl-PL" sz="1100" dirty="0"/>
              <a:t>, .</a:t>
            </a:r>
            <a:r>
              <a:rPr lang="pl-PL" sz="1100" dirty="0" err="1"/>
              <a:t>xlsx</a:t>
            </a:r>
            <a:r>
              <a:rPr lang="pl-PL" sz="1100" dirty="0"/>
              <a:t>, .</a:t>
            </a:r>
            <a:r>
              <a:rPr lang="pl-PL" sz="1100" dirty="0" err="1"/>
              <a:t>pptx</a:t>
            </a:r>
            <a:r>
              <a:rPr lang="pl-PL" sz="1100" dirty="0"/>
              <a:t>, .xls, .</a:t>
            </a:r>
            <a:r>
              <a:rPr lang="pl-PL" sz="1100" dirty="0" err="1"/>
              <a:t>ppt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Kompilowane pliki wykonywalne (np. .exe, .</a:t>
            </a:r>
            <a:r>
              <a:rPr lang="pl-PL" sz="1100" dirty="0" err="1"/>
              <a:t>dll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bibliotek (np. .jar, .</a:t>
            </a:r>
            <a:r>
              <a:rPr lang="pl-PL" sz="1100" dirty="0" err="1"/>
              <a:t>so</a:t>
            </a:r>
            <a:r>
              <a:rPr lang="pl-PL" sz="1100" dirty="0"/>
              <a:t>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archiwalne: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archiwalne i kompresowane (np. .zip, .tar.gz, .</a:t>
            </a:r>
            <a:r>
              <a:rPr lang="pl-PL" sz="1100" dirty="0" err="1"/>
              <a:t>rar</a:t>
            </a:r>
            <a:r>
              <a:rPr lang="pl-PL" sz="1100" dirty="0"/>
              <a:t>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specyficzne </a:t>
            </a:r>
            <a:r>
              <a:rPr lang="pl-PL" sz="1100" dirty="0"/>
              <a:t>dla zintegrowanych środowisk programistycznych (np. .</a:t>
            </a:r>
            <a:r>
              <a:rPr lang="pl-PL" sz="1100" dirty="0" err="1"/>
              <a:t>project</a:t>
            </a:r>
            <a:r>
              <a:rPr lang="pl-PL" sz="1100" dirty="0"/>
              <a:t>, .</a:t>
            </a:r>
            <a:r>
              <a:rPr lang="pl-PL" sz="1100" dirty="0" err="1"/>
              <a:t>sln</a:t>
            </a:r>
            <a:r>
              <a:rPr lang="pl-PL" sz="1100" dirty="0"/>
              <a:t>).</a:t>
            </a:r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F85F3DF5-4F6F-DAE2-8FF7-50D7433D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F2A61BA8-6C11-6910-713B-0873C29D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885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F8F972A0-5756-F4F3-003F-A1C539149C35}"/>
              </a:ext>
            </a:extLst>
          </p:cNvPr>
          <p:cNvSpPr/>
          <p:nvPr/>
        </p:nvSpPr>
        <p:spPr>
          <a:xfrm>
            <a:off x="931492" y="1461331"/>
            <a:ext cx="4418175" cy="15296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0" name="Tytuł 329">
            <a:extLst>
              <a:ext uri="{FF2B5EF4-FFF2-40B4-BE49-F238E27FC236}">
                <a16:creationId xmlns:a16="http://schemas.microsoft.com/office/drawing/2014/main" id="{09680D1C-F7A4-4E61-A500-EF5B3A5C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319573"/>
            <a:ext cx="9503975" cy="900000"/>
          </a:xfrm>
        </p:spPr>
        <p:txBody>
          <a:bodyPr anchor="t">
            <a:normAutofit/>
          </a:bodyPr>
          <a:lstStyle/>
          <a:p>
            <a:r>
              <a:rPr lang="pl-PL" dirty="0"/>
              <a:t>Tworzenie a klonowanie repozytorium</a:t>
            </a:r>
          </a:p>
        </p:txBody>
      </p:sp>
      <p:sp>
        <p:nvSpPr>
          <p:cNvPr id="8" name="Tytuł 329">
            <a:extLst>
              <a:ext uri="{FF2B5EF4-FFF2-40B4-BE49-F238E27FC236}">
                <a16:creationId xmlns:a16="http://schemas.microsoft.com/office/drawing/2014/main" id="{4F3931DF-EC95-8916-2AF2-7C5963F03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950" y="1119498"/>
            <a:ext cx="5982056" cy="4919127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Jakie pliki można umieszczać w repozytorium? …wszystkie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tekstowe: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Kod źródłowy, np. .</a:t>
            </a:r>
            <a:r>
              <a:rPr lang="pl-PL" sz="1100" dirty="0" err="1"/>
              <a:t>py</a:t>
            </a:r>
            <a:r>
              <a:rPr lang="pl-PL" sz="1100" dirty="0"/>
              <a:t>, .</a:t>
            </a:r>
            <a:r>
              <a:rPr lang="pl-PL" sz="1100" dirty="0" err="1"/>
              <a:t>java</a:t>
            </a:r>
            <a:r>
              <a:rPr lang="pl-PL" sz="1100" dirty="0"/>
              <a:t>, .</a:t>
            </a:r>
            <a:r>
              <a:rPr lang="pl-PL" sz="1100" dirty="0" err="1"/>
              <a:t>cpp</a:t>
            </a:r>
            <a:r>
              <a:rPr lang="pl-PL" sz="1100" dirty="0"/>
              <a:t>, .</a:t>
            </a:r>
            <a:r>
              <a:rPr lang="pl-PL" sz="1100" dirty="0" err="1"/>
              <a:t>js</a:t>
            </a:r>
            <a:r>
              <a:rPr lang="pl-PL" sz="1100" dirty="0"/>
              <a:t>, .</a:t>
            </a:r>
            <a:r>
              <a:rPr lang="pl-PL" sz="1100" dirty="0" err="1"/>
              <a:t>html</a:t>
            </a:r>
            <a:r>
              <a:rPr lang="pl-PL" sz="1100" dirty="0"/>
              <a:t>, .</a:t>
            </a:r>
            <a:r>
              <a:rPr lang="pl-PL" sz="1100" dirty="0" err="1"/>
              <a:t>css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konfiguracyjne, np. .</a:t>
            </a:r>
            <a:r>
              <a:rPr lang="pl-PL" sz="1100" dirty="0" err="1"/>
              <a:t>xml</a:t>
            </a:r>
            <a:r>
              <a:rPr lang="pl-PL" sz="1100" dirty="0"/>
              <a:t>, .</a:t>
            </a:r>
            <a:r>
              <a:rPr lang="pl-PL" sz="1100" dirty="0" err="1"/>
              <a:t>json</a:t>
            </a:r>
            <a:r>
              <a:rPr lang="pl-PL" sz="1100" dirty="0"/>
              <a:t>, .</a:t>
            </a:r>
            <a:r>
              <a:rPr lang="pl-PL" sz="1100" dirty="0" err="1"/>
              <a:t>yaml</a:t>
            </a:r>
            <a:r>
              <a:rPr lang="pl-PL" sz="1100" dirty="0"/>
              <a:t>, .ini, .</a:t>
            </a:r>
            <a:r>
              <a:rPr lang="pl-PL" sz="1100" dirty="0" err="1"/>
              <a:t>sh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z zapytaniami SQL, np. .</a:t>
            </a:r>
            <a:r>
              <a:rPr lang="pl-PL" sz="1100" dirty="0" err="1"/>
              <a:t>sql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danych: Pliki z danymi (np. .</a:t>
            </a:r>
            <a:r>
              <a:rPr lang="pl-PL" sz="1100" dirty="0" err="1"/>
              <a:t>csv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dokumentacyjne i notatki, np. .md, .txt,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binarne: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graficzne (np. .</a:t>
            </a:r>
            <a:r>
              <a:rPr lang="pl-PL" sz="1100" dirty="0" err="1"/>
              <a:t>png</a:t>
            </a:r>
            <a:r>
              <a:rPr lang="pl-PL" sz="1100" dirty="0"/>
              <a:t>, .jpg, .gif, .</a:t>
            </a:r>
            <a:r>
              <a:rPr lang="pl-PL" sz="1100" dirty="0" err="1"/>
              <a:t>svg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audio i wideo (np. .mp3, .</a:t>
            </a:r>
            <a:r>
              <a:rPr lang="pl-PL" sz="1100" dirty="0" err="1"/>
              <a:t>wav</a:t>
            </a:r>
            <a:r>
              <a:rPr lang="pl-PL" sz="1100" dirty="0"/>
              <a:t>, .mp4).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Dokumenty MS Office (np. .</a:t>
            </a:r>
            <a:r>
              <a:rPr lang="pl-PL" sz="1100" dirty="0" err="1"/>
              <a:t>docx</a:t>
            </a:r>
            <a:r>
              <a:rPr lang="pl-PL" sz="1100" dirty="0"/>
              <a:t>, .</a:t>
            </a:r>
            <a:r>
              <a:rPr lang="pl-PL" sz="1100" dirty="0" err="1"/>
              <a:t>xlsx</a:t>
            </a:r>
            <a:r>
              <a:rPr lang="pl-PL" sz="1100" dirty="0"/>
              <a:t>, .</a:t>
            </a:r>
            <a:r>
              <a:rPr lang="pl-PL" sz="1100" dirty="0" err="1"/>
              <a:t>pptx</a:t>
            </a:r>
            <a:r>
              <a:rPr lang="pl-PL" sz="1100" dirty="0"/>
              <a:t>, .xls, .</a:t>
            </a:r>
            <a:r>
              <a:rPr lang="pl-PL" sz="1100" dirty="0" err="1"/>
              <a:t>ppt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Kompilowane pliki wykonywalne (np. .exe, .</a:t>
            </a:r>
            <a:r>
              <a:rPr lang="pl-PL" sz="1100" dirty="0" err="1"/>
              <a:t>dll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bibliotek (np. .jar, .</a:t>
            </a:r>
            <a:r>
              <a:rPr lang="pl-PL" sz="1100" dirty="0" err="1"/>
              <a:t>so</a:t>
            </a:r>
            <a:r>
              <a:rPr lang="pl-PL" sz="1100" dirty="0"/>
              <a:t>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archiwalne: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archiwalne i kompresowane (np. .zip, .tar.gz, .</a:t>
            </a:r>
            <a:r>
              <a:rPr lang="pl-PL" sz="1100" dirty="0" err="1"/>
              <a:t>rar</a:t>
            </a:r>
            <a:r>
              <a:rPr lang="pl-PL" sz="1100" dirty="0"/>
              <a:t>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specyficzne </a:t>
            </a:r>
            <a:r>
              <a:rPr lang="pl-PL" sz="1100" dirty="0"/>
              <a:t>dla zintegrowanych środowisk programistycznych (np. .</a:t>
            </a:r>
            <a:r>
              <a:rPr lang="pl-PL" sz="1100" dirty="0" err="1"/>
              <a:t>project</a:t>
            </a:r>
            <a:r>
              <a:rPr lang="pl-PL" sz="1100" dirty="0"/>
              <a:t>, .</a:t>
            </a:r>
            <a:r>
              <a:rPr lang="pl-PL" sz="1100" dirty="0" err="1"/>
              <a:t>sln</a:t>
            </a:r>
            <a:r>
              <a:rPr lang="pl-PL" sz="1100" dirty="0"/>
              <a:t>).</a:t>
            </a:r>
          </a:p>
        </p:txBody>
      </p:sp>
      <p:sp>
        <p:nvSpPr>
          <p:cNvPr id="3" name="Strzałka: w prawo 2">
            <a:extLst>
              <a:ext uri="{FF2B5EF4-FFF2-40B4-BE49-F238E27FC236}">
                <a16:creationId xmlns:a16="http://schemas.microsoft.com/office/drawing/2014/main" id="{F6CED2DC-B950-8BC2-668D-DB9DA7A1A144}"/>
              </a:ext>
            </a:extLst>
          </p:cNvPr>
          <p:cNvSpPr/>
          <p:nvPr/>
        </p:nvSpPr>
        <p:spPr>
          <a:xfrm>
            <a:off x="5524856" y="2003988"/>
            <a:ext cx="649480" cy="4443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BD035B4-B9E9-FD47-EFED-67F09F9F09DB}"/>
              </a:ext>
            </a:extLst>
          </p:cNvPr>
          <p:cNvSpPr txBox="1"/>
          <p:nvPr/>
        </p:nvSpPr>
        <p:spPr>
          <a:xfrm>
            <a:off x="6622992" y="1726026"/>
            <a:ext cx="4637516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 eaLnBrk="1" fontAlgn="ctr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"/>
            </a:pPr>
            <a:r>
              <a:rPr lang="pl-PL" sz="1400" b="1" i="0" u="none" strike="noStrike" kern="120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Porównanie na poziomie linii tekstu</a:t>
            </a:r>
            <a:endParaRPr lang="pl-PL" sz="1400" b="1" i="0" u="none" strike="noStrike" dirty="0"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eaLnBrk="1" fontAlgn="ctr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"/>
            </a:pPr>
            <a:r>
              <a:rPr lang="pl-PL" sz="1400" b="1" dirty="0">
                <a:solidFill>
                  <a:schemeClr val="accent2"/>
                </a:solidFill>
                <a:latin typeface="Arial" panose="020B0604020202020204" pitchFamily="34" charset="0"/>
              </a:rPr>
              <a:t>Możliwe a</a:t>
            </a:r>
            <a:r>
              <a:rPr lang="pl-PL" sz="1400" b="1" i="0" u="none" strike="noStrike" kern="120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utomatyczne rozwiązywanie konfliktów</a:t>
            </a:r>
            <a:endParaRPr lang="pl-PL" sz="1400" b="1" i="0" u="none" strike="noStrike" dirty="0"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eaLnBrk="1" fontAlgn="ctr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"/>
            </a:pPr>
            <a:r>
              <a:rPr lang="pl-PL" sz="1400" b="1" i="0" u="none" strike="noStrike" kern="120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Czytelna historia zmian</a:t>
            </a:r>
          </a:p>
          <a:p>
            <a:pPr marL="285750" indent="-285750" algn="l" rtl="0" eaLnBrk="1" fontAlgn="ctr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"/>
            </a:pPr>
            <a:r>
              <a:rPr lang="pl-PL" sz="1400" b="1" dirty="0">
                <a:solidFill>
                  <a:schemeClr val="accent2"/>
                </a:solidFill>
                <a:latin typeface="Arial" panose="020B0604020202020204" pitchFamily="34" charset="0"/>
              </a:rPr>
              <a:t>Mały rozmiar zmian</a:t>
            </a:r>
            <a:endParaRPr lang="pl-PL" sz="1400" b="1" i="0" u="none" strike="noStrike" dirty="0"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7C54F2-6884-7373-742E-A385EA04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FAACE8B-F7B4-CB07-8819-05E307300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6058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F8F972A0-5756-F4F3-003F-A1C539149C35}"/>
              </a:ext>
            </a:extLst>
          </p:cNvPr>
          <p:cNvSpPr/>
          <p:nvPr/>
        </p:nvSpPr>
        <p:spPr>
          <a:xfrm>
            <a:off x="931491" y="2948299"/>
            <a:ext cx="4418176" cy="19826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0" name="Tytuł 329">
            <a:extLst>
              <a:ext uri="{FF2B5EF4-FFF2-40B4-BE49-F238E27FC236}">
                <a16:creationId xmlns:a16="http://schemas.microsoft.com/office/drawing/2014/main" id="{09680D1C-F7A4-4E61-A500-EF5B3A5C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319573"/>
            <a:ext cx="9503975" cy="900000"/>
          </a:xfrm>
        </p:spPr>
        <p:txBody>
          <a:bodyPr anchor="t">
            <a:normAutofit/>
          </a:bodyPr>
          <a:lstStyle/>
          <a:p>
            <a:r>
              <a:rPr lang="pl-PL" dirty="0"/>
              <a:t>Tworzenie a klonowanie repozytorium</a:t>
            </a:r>
          </a:p>
        </p:txBody>
      </p:sp>
      <p:sp>
        <p:nvSpPr>
          <p:cNvPr id="8" name="Tytuł 329">
            <a:extLst>
              <a:ext uri="{FF2B5EF4-FFF2-40B4-BE49-F238E27FC236}">
                <a16:creationId xmlns:a16="http://schemas.microsoft.com/office/drawing/2014/main" id="{4F3931DF-EC95-8916-2AF2-7C5963F03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950" y="1119498"/>
            <a:ext cx="5982056" cy="4919127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Jakie pliki można umieszczać w repozytorium? …wszystkie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tekstowe: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Kod źródłowy, np. .</a:t>
            </a:r>
            <a:r>
              <a:rPr lang="pl-PL" sz="1100" dirty="0" err="1"/>
              <a:t>py</a:t>
            </a:r>
            <a:r>
              <a:rPr lang="pl-PL" sz="1100" dirty="0"/>
              <a:t>, .</a:t>
            </a:r>
            <a:r>
              <a:rPr lang="pl-PL" sz="1100" dirty="0" err="1"/>
              <a:t>java</a:t>
            </a:r>
            <a:r>
              <a:rPr lang="pl-PL" sz="1100" dirty="0"/>
              <a:t>, .</a:t>
            </a:r>
            <a:r>
              <a:rPr lang="pl-PL" sz="1100" dirty="0" err="1"/>
              <a:t>cpp</a:t>
            </a:r>
            <a:r>
              <a:rPr lang="pl-PL" sz="1100" dirty="0"/>
              <a:t>, .</a:t>
            </a:r>
            <a:r>
              <a:rPr lang="pl-PL" sz="1100" dirty="0" err="1"/>
              <a:t>js</a:t>
            </a:r>
            <a:r>
              <a:rPr lang="pl-PL" sz="1100" dirty="0"/>
              <a:t>, .</a:t>
            </a:r>
            <a:r>
              <a:rPr lang="pl-PL" sz="1100" dirty="0" err="1"/>
              <a:t>html</a:t>
            </a:r>
            <a:r>
              <a:rPr lang="pl-PL" sz="1100" dirty="0"/>
              <a:t>, .</a:t>
            </a:r>
            <a:r>
              <a:rPr lang="pl-PL" sz="1100" dirty="0" err="1"/>
              <a:t>css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konfiguracyjne, np. .</a:t>
            </a:r>
            <a:r>
              <a:rPr lang="pl-PL" sz="1100" dirty="0" err="1"/>
              <a:t>xml</a:t>
            </a:r>
            <a:r>
              <a:rPr lang="pl-PL" sz="1100" dirty="0"/>
              <a:t>, .</a:t>
            </a:r>
            <a:r>
              <a:rPr lang="pl-PL" sz="1100" dirty="0" err="1"/>
              <a:t>json</a:t>
            </a:r>
            <a:r>
              <a:rPr lang="pl-PL" sz="1100" dirty="0"/>
              <a:t>, .</a:t>
            </a:r>
            <a:r>
              <a:rPr lang="pl-PL" sz="1100" dirty="0" err="1"/>
              <a:t>yaml</a:t>
            </a:r>
            <a:r>
              <a:rPr lang="pl-PL" sz="1100" dirty="0"/>
              <a:t>, .ini, .</a:t>
            </a:r>
            <a:r>
              <a:rPr lang="pl-PL" sz="1100" dirty="0" err="1"/>
              <a:t>sh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z zapytaniami SQL, np. .</a:t>
            </a:r>
            <a:r>
              <a:rPr lang="pl-PL" sz="1100" dirty="0" err="1"/>
              <a:t>sql</a:t>
            </a:r>
            <a:r>
              <a:rPr lang="pl-PL" sz="1100" dirty="0"/>
              <a:t>,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danych: Pliki z danymi (np. .</a:t>
            </a:r>
            <a:r>
              <a:rPr lang="pl-PL" sz="1100" dirty="0" err="1"/>
              <a:t>csv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dokumentacyjne i notatki, np. .md, .txt,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binarne: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graficzne (np. .</a:t>
            </a:r>
            <a:r>
              <a:rPr lang="pl-PL" sz="1100" dirty="0" err="1"/>
              <a:t>png</a:t>
            </a:r>
            <a:r>
              <a:rPr lang="pl-PL" sz="1100" dirty="0"/>
              <a:t>, .jpg, .gif, .</a:t>
            </a:r>
            <a:r>
              <a:rPr lang="pl-PL" sz="1100" dirty="0" err="1"/>
              <a:t>svg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audio i wideo (np. .mp3, .</a:t>
            </a:r>
            <a:r>
              <a:rPr lang="pl-PL" sz="1100" dirty="0" err="1"/>
              <a:t>wav</a:t>
            </a:r>
            <a:r>
              <a:rPr lang="pl-PL" sz="1100" dirty="0"/>
              <a:t>, .mp4).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Dokumenty MS Office (np. .</a:t>
            </a:r>
            <a:r>
              <a:rPr lang="pl-PL" sz="1100" dirty="0" err="1"/>
              <a:t>docx</a:t>
            </a:r>
            <a:r>
              <a:rPr lang="pl-PL" sz="1100" dirty="0"/>
              <a:t>, .</a:t>
            </a:r>
            <a:r>
              <a:rPr lang="pl-PL" sz="1100" dirty="0" err="1"/>
              <a:t>xlsx</a:t>
            </a:r>
            <a:r>
              <a:rPr lang="pl-PL" sz="1100" dirty="0"/>
              <a:t>, .</a:t>
            </a:r>
            <a:r>
              <a:rPr lang="pl-PL" sz="1100" dirty="0" err="1"/>
              <a:t>pptx</a:t>
            </a:r>
            <a:r>
              <a:rPr lang="pl-PL" sz="1100" dirty="0"/>
              <a:t>, .xls, .</a:t>
            </a:r>
            <a:r>
              <a:rPr lang="pl-PL" sz="1100" dirty="0" err="1"/>
              <a:t>ppt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Kompilowane pliki wykonywalne (np. .exe, .</a:t>
            </a:r>
            <a:r>
              <a:rPr lang="pl-PL" sz="1100" dirty="0" err="1"/>
              <a:t>dll</a:t>
            </a:r>
            <a:r>
              <a:rPr lang="pl-PL" sz="1100" dirty="0"/>
              <a:t>).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bibliotek (np. .jar, .</a:t>
            </a:r>
            <a:r>
              <a:rPr lang="pl-PL" sz="1100" dirty="0" err="1"/>
              <a:t>so</a:t>
            </a:r>
            <a:r>
              <a:rPr lang="pl-PL" sz="1100" dirty="0"/>
              <a:t>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archiwalne: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pl-PL" sz="1100" dirty="0"/>
              <a:t>Pliki archiwalne i kompresowane (np. .zip, .tar.gz, .</a:t>
            </a:r>
            <a:r>
              <a:rPr lang="pl-PL" sz="1100" dirty="0" err="1"/>
              <a:t>rar</a:t>
            </a:r>
            <a:r>
              <a:rPr lang="pl-PL" sz="1100" dirty="0"/>
              <a:t>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l-PL" sz="1100" b="1" dirty="0"/>
              <a:t>Pliki specyficzne </a:t>
            </a:r>
            <a:r>
              <a:rPr lang="pl-PL" sz="1100" dirty="0"/>
              <a:t>dla zintegrowanych środowisk programistycznych (np. .</a:t>
            </a:r>
            <a:r>
              <a:rPr lang="pl-PL" sz="1100" dirty="0" err="1"/>
              <a:t>project</a:t>
            </a:r>
            <a:r>
              <a:rPr lang="pl-PL" sz="1100" dirty="0"/>
              <a:t>, .</a:t>
            </a:r>
            <a:r>
              <a:rPr lang="pl-PL" sz="1100" dirty="0" err="1"/>
              <a:t>sln</a:t>
            </a:r>
            <a:r>
              <a:rPr lang="pl-PL" sz="1100" dirty="0"/>
              <a:t>).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BD035B4-B9E9-FD47-EFED-67F09F9F09DB}"/>
              </a:ext>
            </a:extLst>
          </p:cNvPr>
          <p:cNvSpPr txBox="1"/>
          <p:nvPr/>
        </p:nvSpPr>
        <p:spPr>
          <a:xfrm>
            <a:off x="6665721" y="3239418"/>
            <a:ext cx="470770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 eaLnBrk="1" fontAlgn="ctr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pl-PL" sz="1400" b="1" i="0" u="none" strike="noStrike" kern="120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Brak porównania na poziomie zawartości</a:t>
            </a:r>
            <a:endParaRPr lang="pl-PL" sz="1400" b="1" i="0" u="none" strike="noStrike" dirty="0"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eaLnBrk="1" fontAlgn="ctr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pl-PL" sz="1400" b="1" i="0" u="none" strike="noStrike" kern="120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Ręczne rozwiązywanie konfliktów</a:t>
            </a:r>
          </a:p>
          <a:p>
            <a:pPr marL="285750" indent="-285750" algn="l" rtl="0" eaLnBrk="1" fontAlgn="ctr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pl-PL" sz="1400" b="1" i="0" u="none" strike="noStrike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Nieczytelna historia zmian, jedynie informacja o zmianie</a:t>
            </a:r>
          </a:p>
          <a:p>
            <a:pPr marL="285750" indent="-285750" algn="l" rtl="0" eaLnBrk="1" fontAlgn="ctr" latinLnBrk="0" hangingPunct="1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"/>
            </a:pPr>
            <a:r>
              <a:rPr lang="pl-PL" sz="1400" b="1" i="0" u="none" strike="noStrike" kern="1200" dirty="0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Duży rozmiar zmian = duże repozytorium</a:t>
            </a:r>
            <a:endParaRPr lang="pl-PL" sz="1400" b="1" i="0" u="none" strike="noStrike" dirty="0"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trzałka: w prawo 4">
            <a:extLst>
              <a:ext uri="{FF2B5EF4-FFF2-40B4-BE49-F238E27FC236}">
                <a16:creationId xmlns:a16="http://schemas.microsoft.com/office/drawing/2014/main" id="{CF2F6395-2AC9-2ED4-6B8E-38F58ED27A4F}"/>
              </a:ext>
            </a:extLst>
          </p:cNvPr>
          <p:cNvSpPr/>
          <p:nvPr/>
        </p:nvSpPr>
        <p:spPr>
          <a:xfrm>
            <a:off x="5446520" y="3717420"/>
            <a:ext cx="649480" cy="4443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6E113AE-4763-33E6-644D-A17FEEDE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BF8D9B-E454-0035-278D-FE01C3CD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518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ED194933-87B7-4288-A968-E5B91DDCAE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8EBF1405-2753-4075-868D-511C27E8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solidFill>
                  <a:schemeClr val="tx1"/>
                </a:solidFill>
              </a:rPr>
              <a:t>Przydatne narzędzia</a:t>
            </a:r>
            <a:endParaRPr lang="pl-PL" dirty="0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22AAB962-7CE7-4737-AE79-45831A052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l-PL" dirty="0"/>
              <a:t>03</a:t>
            </a:r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93CEC55C-B644-FFA5-B342-FDA33EF6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D5023366-78DB-3DF5-B627-15306E2A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7054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2078D5-85C7-FBF6-8AFA-127E3876B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721" y="965675"/>
            <a:ext cx="10622126" cy="5343049"/>
          </a:xfrm>
        </p:spPr>
        <p:txBody>
          <a:bodyPr/>
          <a:lstStyle/>
          <a:p>
            <a:pPr marL="0" indent="0">
              <a:buNone/>
            </a:pPr>
            <a:r>
              <a:rPr lang="pl-PL" sz="1800" b="1" u="sng" dirty="0"/>
              <a:t>GIT BASH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4852026-914B-76BD-98B1-64D0EEAC5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017" y="1804761"/>
            <a:ext cx="2514951" cy="3248478"/>
          </a:xfrm>
          <a:prstGeom prst="rect">
            <a:avLst/>
          </a:prstGeom>
        </p:spPr>
      </p:pic>
      <p:sp>
        <p:nvSpPr>
          <p:cNvPr id="7" name="Prostokąt 6">
            <a:extLst>
              <a:ext uri="{FF2B5EF4-FFF2-40B4-BE49-F238E27FC236}">
                <a16:creationId xmlns:a16="http://schemas.microsoft.com/office/drawing/2014/main" id="{DE34ECEE-019A-3E6F-F444-773A953512A6}"/>
              </a:ext>
            </a:extLst>
          </p:cNvPr>
          <p:cNvSpPr/>
          <p:nvPr/>
        </p:nvSpPr>
        <p:spPr>
          <a:xfrm>
            <a:off x="1743342" y="3888336"/>
            <a:ext cx="2666288" cy="256374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3190FA8F-2A55-D654-6B3F-6685A1DD1E69}"/>
              </a:ext>
            </a:extLst>
          </p:cNvPr>
          <p:cNvSpPr/>
          <p:nvPr/>
        </p:nvSpPr>
        <p:spPr>
          <a:xfrm>
            <a:off x="5024067" y="3794332"/>
            <a:ext cx="649480" cy="4443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75E49F97-2FB1-C2DA-3ACD-9484E9695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984" y="2459696"/>
            <a:ext cx="4814295" cy="3105467"/>
          </a:xfrm>
          <a:prstGeom prst="rect">
            <a:avLst/>
          </a:prstGeom>
        </p:spPr>
      </p:pic>
      <p:sp>
        <p:nvSpPr>
          <p:cNvPr id="11" name="Tytuł 329">
            <a:extLst>
              <a:ext uri="{FF2B5EF4-FFF2-40B4-BE49-F238E27FC236}">
                <a16:creationId xmlns:a16="http://schemas.microsoft.com/office/drawing/2014/main" id="{8B715464-A95A-E481-0233-34EFACB7180B}"/>
              </a:ext>
            </a:extLst>
          </p:cNvPr>
          <p:cNvSpPr txBox="1">
            <a:spLocks/>
          </p:cNvSpPr>
          <p:nvPr/>
        </p:nvSpPr>
        <p:spPr>
          <a:xfrm>
            <a:off x="479424" y="319573"/>
            <a:ext cx="9503975" cy="900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Przydatne narzędzia</a:t>
            </a:r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BBD827AE-594E-351C-7C91-A0A076A9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856753D-0572-D4ED-8EB8-7AFE26A0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4072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2078D5-85C7-FBF6-8AFA-127E3876B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721" y="965675"/>
            <a:ext cx="10622126" cy="5343049"/>
          </a:xfrm>
        </p:spPr>
        <p:txBody>
          <a:bodyPr/>
          <a:lstStyle/>
          <a:p>
            <a:pPr marL="0" indent="0">
              <a:buNone/>
            </a:pPr>
            <a:r>
              <a:rPr lang="pl-PL" sz="1800" b="1" u="sng" dirty="0" err="1"/>
              <a:t>JetBrains</a:t>
            </a:r>
            <a:r>
              <a:rPr lang="pl-PL" sz="1800" b="1" u="sng" dirty="0"/>
              <a:t> </a:t>
            </a:r>
            <a:r>
              <a:rPr lang="pl-PL" sz="1800" b="1" u="sng" dirty="0" err="1"/>
              <a:t>PyCharm</a:t>
            </a:r>
            <a:endParaRPr lang="pl-PL" sz="1800" b="1" u="sng" dirty="0"/>
          </a:p>
          <a:p>
            <a:pPr marL="0" indent="0">
              <a:buNone/>
            </a:pPr>
            <a:endParaRPr lang="pl-PL" dirty="0"/>
          </a:p>
        </p:txBody>
      </p:sp>
      <p:sp>
        <p:nvSpPr>
          <p:cNvPr id="11" name="Tytuł 329">
            <a:extLst>
              <a:ext uri="{FF2B5EF4-FFF2-40B4-BE49-F238E27FC236}">
                <a16:creationId xmlns:a16="http://schemas.microsoft.com/office/drawing/2014/main" id="{8B715464-A95A-E481-0233-34EFACB7180B}"/>
              </a:ext>
            </a:extLst>
          </p:cNvPr>
          <p:cNvSpPr txBox="1">
            <a:spLocks/>
          </p:cNvSpPr>
          <p:nvPr/>
        </p:nvSpPr>
        <p:spPr>
          <a:xfrm>
            <a:off x="479424" y="319573"/>
            <a:ext cx="9503975" cy="900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Przydatne narzędzia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13E01674-9C48-4F78-D16E-8D43ED08A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487" y="1425434"/>
            <a:ext cx="7327026" cy="4725054"/>
          </a:xfrm>
          <a:prstGeom prst="rect">
            <a:avLst/>
          </a:prstGeom>
        </p:spPr>
      </p:pic>
      <p:sp>
        <p:nvSpPr>
          <p:cNvPr id="6" name="Prostokąt 5">
            <a:extLst>
              <a:ext uri="{FF2B5EF4-FFF2-40B4-BE49-F238E27FC236}">
                <a16:creationId xmlns:a16="http://schemas.microsoft.com/office/drawing/2014/main" id="{7E99958C-1DD2-527E-63A2-AE3FD45997BD}"/>
              </a:ext>
            </a:extLst>
          </p:cNvPr>
          <p:cNvSpPr/>
          <p:nvPr/>
        </p:nvSpPr>
        <p:spPr>
          <a:xfrm>
            <a:off x="2269041" y="5649014"/>
            <a:ext cx="978361" cy="63407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9861A562-C63E-343A-FA03-3CAC8111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2015CC9-72A8-2FA9-FA30-320CA48F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918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2078D5-85C7-FBF6-8AFA-127E3876B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721" y="965675"/>
            <a:ext cx="10622126" cy="5343049"/>
          </a:xfrm>
        </p:spPr>
        <p:txBody>
          <a:bodyPr/>
          <a:lstStyle/>
          <a:p>
            <a:pPr marL="0" indent="0">
              <a:buNone/>
            </a:pPr>
            <a:r>
              <a:rPr lang="pl-PL" sz="1800" b="1" u="sng" dirty="0"/>
              <a:t>MS Visual Studio </a:t>
            </a:r>
            <a:r>
              <a:rPr lang="pl-PL" sz="1800" b="1" u="sng" dirty="0" err="1"/>
              <a:t>Code</a:t>
            </a:r>
            <a:endParaRPr lang="pl-PL" sz="1800" b="1" u="sng" dirty="0"/>
          </a:p>
          <a:p>
            <a:pPr marL="0" indent="0">
              <a:buNone/>
            </a:pPr>
            <a:endParaRPr lang="pl-PL" dirty="0"/>
          </a:p>
        </p:txBody>
      </p:sp>
      <p:sp>
        <p:nvSpPr>
          <p:cNvPr id="11" name="Tytuł 329">
            <a:extLst>
              <a:ext uri="{FF2B5EF4-FFF2-40B4-BE49-F238E27FC236}">
                <a16:creationId xmlns:a16="http://schemas.microsoft.com/office/drawing/2014/main" id="{8B715464-A95A-E481-0233-34EFACB7180B}"/>
              </a:ext>
            </a:extLst>
          </p:cNvPr>
          <p:cNvSpPr txBox="1">
            <a:spLocks/>
          </p:cNvSpPr>
          <p:nvPr/>
        </p:nvSpPr>
        <p:spPr>
          <a:xfrm>
            <a:off x="479424" y="319573"/>
            <a:ext cx="9503975" cy="900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Przydatne narzędzia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9E1A498-7BB2-B843-9087-ABE08C36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74" y="1620137"/>
            <a:ext cx="7621699" cy="4463097"/>
          </a:xfrm>
          <a:prstGeom prst="rect">
            <a:avLst/>
          </a:prstGeom>
        </p:spPr>
      </p:pic>
      <p:sp>
        <p:nvSpPr>
          <p:cNvPr id="6" name="Prostokąt 5">
            <a:extLst>
              <a:ext uri="{FF2B5EF4-FFF2-40B4-BE49-F238E27FC236}">
                <a16:creationId xmlns:a16="http://schemas.microsoft.com/office/drawing/2014/main" id="{AB5188C0-5E40-516E-C593-84E484835217}"/>
              </a:ext>
            </a:extLst>
          </p:cNvPr>
          <p:cNvSpPr/>
          <p:nvPr/>
        </p:nvSpPr>
        <p:spPr>
          <a:xfrm>
            <a:off x="1942110" y="2499644"/>
            <a:ext cx="559617" cy="39076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A120F980-0CFB-E1E2-02E2-BFF6FC3EA4FC}"/>
              </a:ext>
            </a:extLst>
          </p:cNvPr>
          <p:cNvSpPr/>
          <p:nvPr/>
        </p:nvSpPr>
        <p:spPr>
          <a:xfrm>
            <a:off x="1914282" y="3769912"/>
            <a:ext cx="559617" cy="72517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3ABA9B89-3827-A730-6588-F2484C57E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04595E3-8D55-D30C-1F84-D3BD0400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5029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ED194933-87B7-4288-A968-E5B91DDCAE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8EBF1405-2753-4075-868D-511C27E8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solidFill>
                  <a:schemeClr val="tx1"/>
                </a:solidFill>
              </a:rPr>
              <a:t>Trochę praktyki</a:t>
            </a:r>
            <a:endParaRPr lang="pl-PL" dirty="0"/>
          </a:p>
        </p:txBody>
      </p:sp>
      <p:sp>
        <p:nvSpPr>
          <p:cNvPr id="10" name="Symbol zastępczy tekstu 9">
            <a:extLst>
              <a:ext uri="{FF2B5EF4-FFF2-40B4-BE49-F238E27FC236}">
                <a16:creationId xmlns:a16="http://schemas.microsoft.com/office/drawing/2014/main" id="{22AAB962-7CE7-4737-AE79-45831A052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l-PL" dirty="0"/>
              <a:t>04</a:t>
            </a:r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D562159B-B00F-5BAC-43FD-02288E81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F05BC80C-61E7-5866-B45E-8DA8BFA1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8978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2078D5-85C7-FBF6-8AFA-127E3876B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721" y="965675"/>
            <a:ext cx="10622126" cy="534304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pl-PL" dirty="0"/>
              <a:t>Zainstaluj GIT </a:t>
            </a:r>
            <a:r>
              <a:rPr lang="pl-PL" dirty="0" err="1"/>
              <a:t>Bash</a:t>
            </a:r>
            <a:r>
              <a:rPr lang="pl-PL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Utwórz użytkownika GIT: </a:t>
            </a:r>
            <a:br>
              <a:rPr lang="pl-PL" dirty="0"/>
            </a:br>
            <a: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 </a:t>
            </a:r>
            <a:r>
              <a:rPr lang="pl-PL" b="1" i="1" dirty="0" err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--</a:t>
            </a:r>
            <a:r>
              <a:rPr lang="pl-PL" b="1" i="1" dirty="0" err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user.name &lt;</a:t>
            </a:r>
            <a:r>
              <a:rPr lang="pl-PL" b="1" i="1" dirty="0" err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b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 </a:t>
            </a:r>
            <a:r>
              <a:rPr lang="pl-PL" b="1" i="1" dirty="0" err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--</a:t>
            </a:r>
            <a:r>
              <a:rPr lang="pl-PL" b="1" i="1" dirty="0" err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  <a: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b="1" i="1" dirty="0" err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user.email</a:t>
            </a:r>
            <a:r>
              <a:rPr lang="pl-PL" b="1" i="1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&lt;e-mail&gt;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Dodaj repozytorium do lokalnego OneDrive: </a:t>
            </a: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LINK</a:t>
            </a:r>
            <a:endParaRPr lang="pl-P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Sklonuj repozytorium do lokalnego katalogu;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Zapoznaj się z repozytorium i sprawdź liczbę gałęzi;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Utwórz swoją gałąź, w której połączysz wszystkie istniejące gałęzie;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Utwórz plik .txt, w którym się podpiszesz + zapisz zmiany;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„Wypchnij” swoją gałąź zdalne repozytorium na nową gałąź.</a:t>
            </a:r>
          </a:p>
          <a:p>
            <a:pPr marL="0" indent="0">
              <a:buNone/>
            </a:pPr>
            <a:endParaRPr lang="pl-PL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l-PL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l-PL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ytuł 329">
            <a:extLst>
              <a:ext uri="{FF2B5EF4-FFF2-40B4-BE49-F238E27FC236}">
                <a16:creationId xmlns:a16="http://schemas.microsoft.com/office/drawing/2014/main" id="{8B715464-A95A-E481-0233-34EFACB7180B}"/>
              </a:ext>
            </a:extLst>
          </p:cNvPr>
          <p:cNvSpPr txBox="1">
            <a:spLocks/>
          </p:cNvSpPr>
          <p:nvPr/>
        </p:nvSpPr>
        <p:spPr>
          <a:xfrm>
            <a:off x="479424" y="319573"/>
            <a:ext cx="9503975" cy="900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/>
              <a:t>Trochę praktyki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F97BDF36-341B-E5E2-5944-E5A456A7F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192" y="985188"/>
            <a:ext cx="2162111" cy="146912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2874C31A-4BAB-5C69-F263-FE5032D816F7}"/>
              </a:ext>
            </a:extLst>
          </p:cNvPr>
          <p:cNvCxnSpPr>
            <a:cxnSpLocks/>
          </p:cNvCxnSpPr>
          <p:nvPr/>
        </p:nvCxnSpPr>
        <p:spPr>
          <a:xfrm flipV="1">
            <a:off x="5879424" y="1948441"/>
            <a:ext cx="1213585" cy="299103"/>
          </a:xfrm>
          <a:prstGeom prst="straightConnector1">
            <a:avLst/>
          </a:prstGeom>
          <a:ln w="3810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rostokąt 13">
            <a:extLst>
              <a:ext uri="{FF2B5EF4-FFF2-40B4-BE49-F238E27FC236}">
                <a16:creationId xmlns:a16="http://schemas.microsoft.com/office/drawing/2014/main" id="{2DCBAC44-0419-5894-7192-18403D4A30A6}"/>
              </a:ext>
            </a:extLst>
          </p:cNvPr>
          <p:cNvSpPr/>
          <p:nvPr/>
        </p:nvSpPr>
        <p:spPr>
          <a:xfrm>
            <a:off x="7563028" y="1719751"/>
            <a:ext cx="1982624" cy="40815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8DC0271A-8195-BFEC-7CDC-D3B948A1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95C69A2-DB81-A3D4-5368-91099FD5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A1B8B-EBFB-4D99-BFCD-780F9970EEE1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1907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C0E4BE-AA0C-ACAE-72E4-E22F5B615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501" y="3082432"/>
            <a:ext cx="5428997" cy="693135"/>
          </a:xfrm>
        </p:spPr>
        <p:txBody>
          <a:bodyPr/>
          <a:lstStyle/>
          <a:p>
            <a:pPr marL="0" indent="0">
              <a:buNone/>
            </a:pPr>
            <a:r>
              <a:rPr lang="pl-PL" sz="4000" dirty="0">
                <a:solidFill>
                  <a:schemeClr val="accent1"/>
                </a:solidFill>
              </a:rPr>
              <a:t>DZIĘKUJĘ ZA UWAGĘ</a:t>
            </a:r>
          </a:p>
        </p:txBody>
      </p:sp>
      <p:sp>
        <p:nvSpPr>
          <p:cNvPr id="2" name="Symbol zastępczy stopki 1">
            <a:extLst>
              <a:ext uri="{FF2B5EF4-FFF2-40B4-BE49-F238E27FC236}">
                <a16:creationId xmlns:a16="http://schemas.microsoft.com/office/drawing/2014/main" id="{DEF56AD2-8154-6ADC-759D-C13404C8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Czym jest system kontroli GIT i jak wykorzystać go w praktyce?</a:t>
            </a:r>
          </a:p>
        </p:txBody>
      </p:sp>
    </p:spTree>
    <p:extLst>
      <p:ext uri="{BB962C8B-B14F-4D97-AF65-F5344CB8AC3E}">
        <p14:creationId xmlns:p14="http://schemas.microsoft.com/office/powerpoint/2010/main" val="177483011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EH 2022">
      <a:dk1>
        <a:srgbClr val="575756"/>
      </a:dk1>
      <a:lt1>
        <a:srgbClr val="FFFFFF"/>
      </a:lt1>
      <a:dk2>
        <a:srgbClr val="575756"/>
      </a:dk2>
      <a:lt2>
        <a:srgbClr val="FFFFFF"/>
      </a:lt2>
      <a:accent1>
        <a:srgbClr val="BF1528"/>
      </a:accent1>
      <a:accent2>
        <a:srgbClr val="892737"/>
      </a:accent2>
      <a:accent3>
        <a:srgbClr val="575756"/>
      </a:accent3>
      <a:accent4>
        <a:srgbClr val="9A9B9D"/>
      </a:accent4>
      <a:accent5>
        <a:srgbClr val="BBBBBB"/>
      </a:accent5>
      <a:accent6>
        <a:srgbClr val="DDDDDD"/>
      </a:accent6>
      <a:hlink>
        <a:srgbClr val="BF1528"/>
      </a:hlink>
      <a:folHlink>
        <a:srgbClr val="F393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iHestia Light Grey">
      <a:srgbClr val="B1B1B1"/>
    </a:custClr>
    <a:custClr name="iHestia Blue">
      <a:srgbClr val="35A7E0"/>
    </a:custClr>
    <a:custClr name="iHestia Red">
      <a:srgbClr val="E84E1B"/>
    </a:custClr>
    <a:custClr name="iHestia Yellow">
      <a:srgbClr val="F29100"/>
    </a:custClr>
    <a:custClr name="iHestia Mint">
      <a:srgbClr val="7DC4A8"/>
    </a:custClr>
    <a:custClr name="iHestia Purple">
      <a:srgbClr val="7C4593"/>
    </a:custClr>
    <a:custClr name="iHestia Orange">
      <a:srgbClr val="E84E1B"/>
    </a:custClr>
    <a:custClr name="iHestia Green">
      <a:srgbClr val="39A935"/>
    </a:custClr>
    <a:custClr name="iHestia Maroon">
      <a:srgbClr val="A2195B"/>
    </a:custClr>
    <a:custClr name="iHestia Dark Blue">
      <a:srgbClr val="353D90"/>
    </a:custClr>
    <a:custClr name="ERGO Red">
      <a:srgbClr val="ED0039"/>
    </a:custClr>
    <a:custClr name="ERGO Dark Red">
      <a:srgbClr val="892737"/>
    </a:custClr>
    <a:custClr name="ERGO Grey">
      <a:srgbClr val="6A625A"/>
    </a:custClr>
    <a:custClr name="Text Ergo Grey">
      <a:srgbClr val="6A625A"/>
    </a:custClr>
    <a:custClr name="Text Grey">
      <a:srgbClr val="58595B"/>
    </a:custClr>
    <a:custClr name="Text Graphite">
      <a:srgbClr val="231F20"/>
    </a:custClr>
    <a:custClr name="Eyecatcher">
      <a:srgbClr val="004D7A"/>
    </a:custClr>
  </a:custClrLst>
  <a:extLst>
    <a:ext uri="{05A4C25C-085E-4340-85A3-A5531E510DB2}">
      <thm15:themeFamily xmlns:thm15="http://schemas.microsoft.com/office/thememl/2012/main" name="EH_bez_NSO_szablon_16x9_v4" id="{2649AF79-687B-4C06-B8F1-BFB5B17685A2}" vid="{B6BD1B7C-2B41-427F-902D-CC6B182335D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EH_bez_NSO_szablon_16x9_v4</Template>
  <TotalTime>621</TotalTime>
  <Words>1674</Words>
  <Application>Microsoft Office PowerPoint</Application>
  <PresentationFormat>Panoramiczny</PresentationFormat>
  <Paragraphs>188</Paragraphs>
  <Slides>18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6" baseType="lpstr">
      <vt:lpstr>Aptos</vt:lpstr>
      <vt:lpstr>Arial</vt:lpstr>
      <vt:lpstr>Arial Unicode MS</vt:lpstr>
      <vt:lpstr>Calibri</vt:lpstr>
      <vt:lpstr>Courier New</vt:lpstr>
      <vt:lpstr>Segoe UI</vt:lpstr>
      <vt:lpstr>Symbol</vt:lpstr>
      <vt:lpstr>Motyw pakietu Office</vt:lpstr>
      <vt:lpstr>#PodzielSięWiedzą Czym jest system kontroli GIT  i jak wykorzystać go w praktyce? </vt:lpstr>
      <vt:lpstr>Prezentacja programu PowerPoint</vt:lpstr>
      <vt:lpstr>Prezentacja programu PowerPoint</vt:lpstr>
      <vt:lpstr>Trochę teorii…</vt:lpstr>
      <vt:lpstr>Trochę teorii…</vt:lpstr>
      <vt:lpstr>Prezentacja programu PowerPoint</vt:lpstr>
      <vt:lpstr>Prezentacja programu PowerPoint</vt:lpstr>
      <vt:lpstr>Tworzenie a klonowanie repozytorium</vt:lpstr>
      <vt:lpstr>Tworzenie a klonowanie repozytorium</vt:lpstr>
      <vt:lpstr>Tworzenie a klonowanie repozytorium</vt:lpstr>
      <vt:lpstr>Tworzenie a klonowanie repozytorium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Tytuł prezentacji może  być nawet w max 3 liniach</dc:title>
  <dc:creator>Budna Katarzyna</dc:creator>
  <cp:lastModifiedBy>Kantorska Krystyna</cp:lastModifiedBy>
  <cp:revision>3</cp:revision>
  <dcterms:created xsi:type="dcterms:W3CDTF">2022-01-14T16:37:26Z</dcterms:created>
  <dcterms:modified xsi:type="dcterms:W3CDTF">2025-04-17T10:30:12Z</dcterms:modified>
</cp:coreProperties>
</file>