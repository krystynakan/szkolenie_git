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sldIdLst>
    <p:sldId id="257" r:id="rId2"/>
    <p:sldId id="258" r:id="rId3"/>
    <p:sldId id="259" r:id="rId4"/>
    <p:sldId id="262" r:id="rId5"/>
    <p:sldId id="293" r:id="rId6"/>
    <p:sldId id="265" r:id="rId7"/>
    <p:sldId id="266" r:id="rId8"/>
    <p:sldId id="295" r:id="rId9"/>
    <p:sldId id="296" r:id="rId10"/>
    <p:sldId id="297" r:id="rId11"/>
    <p:sldId id="294" r:id="rId12"/>
    <p:sldId id="298" r:id="rId13"/>
    <p:sldId id="299" r:id="rId14"/>
    <p:sldId id="267" r:id="rId15"/>
    <p:sldId id="268" r:id="rId16"/>
    <p:sldId id="269" r:id="rId17"/>
    <p:sldId id="271" r:id="rId18"/>
    <p:sldId id="272" r:id="rId19"/>
    <p:sldId id="288" r:id="rId20"/>
    <p:sldId id="273" r:id="rId21"/>
    <p:sldId id="260" r:id="rId22"/>
    <p:sldId id="280" r:id="rId23"/>
    <p:sldId id="281" r:id="rId24"/>
    <p:sldId id="287" r:id="rId25"/>
    <p:sldId id="282" r:id="rId26"/>
    <p:sldId id="279" r:id="rId27"/>
    <p:sldId id="274" r:id="rId28"/>
    <p:sldId id="275" r:id="rId29"/>
    <p:sldId id="276" r:id="rId30"/>
    <p:sldId id="277" r:id="rId31"/>
    <p:sldId id="278" r:id="rId32"/>
    <p:sldId id="261" r:id="rId33"/>
    <p:sldId id="283" r:id="rId34"/>
    <p:sldId id="285" r:id="rId35"/>
    <p:sldId id="284" r:id="rId36"/>
    <p:sldId id="286" r:id="rId37"/>
    <p:sldId id="289" r:id="rId38"/>
    <p:sldId id="290" r:id="rId39"/>
    <p:sldId id="291" r:id="rId40"/>
    <p:sldId id="292" r:id="rId41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2" pos="3840" userDrawn="1">
          <p15:clr>
            <a:srgbClr val="A4A3A4"/>
          </p15:clr>
        </p15:guide>
        <p15:guide id="1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0039"/>
    <a:srgbClr val="EAEAEA"/>
    <a:srgbClr val="004D7A"/>
    <a:srgbClr val="E5332A"/>
    <a:srgbClr val="F4F4F4"/>
    <a:srgbClr val="F6F6F6"/>
    <a:srgbClr val="7CC4A9"/>
    <a:srgbClr val="612490"/>
    <a:srgbClr val="6D11A0"/>
    <a:srgbClr val="5AA6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0E2B14-ECC8-4DAF-9346-16E104387F04}" v="74" dt="2025-04-16T10:26:34.8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Styl ciemny 2 - Akcent 1/Ak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Styl pośredni 2 — Ak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Bez stylu, siatka tabeli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5BE263C-DBD7-4A20-BB59-AAB30ACAA65A}" styleName="Styl pośredni 3 — Ak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70" autoAdjust="0"/>
  </p:normalViewPr>
  <p:slideViewPr>
    <p:cSldViewPr snapToGrid="0" showGuides="1">
      <p:cViewPr varScale="1">
        <p:scale>
          <a:sx n="112" d="100"/>
          <a:sy n="112" d="100"/>
        </p:scale>
        <p:origin x="492" y="162"/>
      </p:cViewPr>
      <p:guideLst>
        <p:guide pos="3840"/>
        <p:guide orient="horz" pos="2160"/>
      </p:guideLst>
    </p:cSldViewPr>
  </p:slideViewPr>
  <p:notesTextViewPr>
    <p:cViewPr>
      <p:scale>
        <a:sx n="66" d="100"/>
        <a:sy n="66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ntorska Krystyna" userId="3723c91c-ac7e-41a7-97bb-0f7068af699c" providerId="ADAL" clId="{2E0E2B14-ECC8-4DAF-9346-16E104387F04}"/>
    <pc:docChg chg="undo custSel addSld delSld modSld sldOrd">
      <pc:chgData name="Kantorska Krystyna" userId="3723c91c-ac7e-41a7-97bb-0f7068af699c" providerId="ADAL" clId="{2E0E2B14-ECC8-4DAF-9346-16E104387F04}" dt="2025-04-16T12:32:23.896" v="2895" actId="20577"/>
      <pc:docMkLst>
        <pc:docMk/>
      </pc:docMkLst>
      <pc:sldChg chg="modSp mod">
        <pc:chgData name="Kantorska Krystyna" userId="3723c91c-ac7e-41a7-97bb-0f7068af699c" providerId="ADAL" clId="{2E0E2B14-ECC8-4DAF-9346-16E104387F04}" dt="2025-04-14T08:31:26.255" v="53" actId="20577"/>
        <pc:sldMkLst>
          <pc:docMk/>
          <pc:sldMk cId="2873465926" sldId="257"/>
        </pc:sldMkLst>
        <pc:spChg chg="mod">
          <ac:chgData name="Kantorska Krystyna" userId="3723c91c-ac7e-41a7-97bb-0f7068af699c" providerId="ADAL" clId="{2E0E2B14-ECC8-4DAF-9346-16E104387F04}" dt="2025-04-14T08:31:26.255" v="53" actId="20577"/>
          <ac:spMkLst>
            <pc:docMk/>
            <pc:sldMk cId="2873465926" sldId="257"/>
            <ac:spMk id="3" creationId="{B80C41ED-54D8-4685-8389-5377CBAA910D}"/>
          </ac:spMkLst>
        </pc:spChg>
      </pc:sldChg>
      <pc:sldChg chg="modSp mod">
        <pc:chgData name="Kantorska Krystyna" userId="3723c91c-ac7e-41a7-97bb-0f7068af699c" providerId="ADAL" clId="{2E0E2B14-ECC8-4DAF-9346-16E104387F04}" dt="2025-04-16T08:43:48.532" v="2100" actId="20577"/>
        <pc:sldMkLst>
          <pc:docMk/>
          <pc:sldMk cId="3377707279" sldId="258"/>
        </pc:sldMkLst>
        <pc:spChg chg="mod">
          <ac:chgData name="Kantorska Krystyna" userId="3723c91c-ac7e-41a7-97bb-0f7068af699c" providerId="ADAL" clId="{2E0E2B14-ECC8-4DAF-9346-16E104387F04}" dt="2025-04-16T08:43:48.532" v="2100" actId="20577"/>
          <ac:spMkLst>
            <pc:docMk/>
            <pc:sldMk cId="3377707279" sldId="258"/>
            <ac:spMk id="4" creationId="{BF90E801-1A63-4ADE-86DD-5E2C7F5C336E}"/>
          </ac:spMkLst>
        </pc:spChg>
      </pc:sldChg>
      <pc:sldChg chg="modSp mod">
        <pc:chgData name="Kantorska Krystyna" userId="3723c91c-ac7e-41a7-97bb-0f7068af699c" providerId="ADAL" clId="{2E0E2B14-ECC8-4DAF-9346-16E104387F04}" dt="2025-04-14T08:50:35.277" v="214" actId="20577"/>
        <pc:sldMkLst>
          <pc:docMk/>
          <pc:sldMk cId="1265935687" sldId="259"/>
        </pc:sldMkLst>
        <pc:spChg chg="mod">
          <ac:chgData name="Kantorska Krystyna" userId="3723c91c-ac7e-41a7-97bb-0f7068af699c" providerId="ADAL" clId="{2E0E2B14-ECC8-4DAF-9346-16E104387F04}" dt="2025-04-14T08:50:35.277" v="214" actId="20577"/>
          <ac:spMkLst>
            <pc:docMk/>
            <pc:sldMk cId="1265935687" sldId="259"/>
            <ac:spMk id="8" creationId="{8EBF1405-2753-4075-868D-511C27E85E1E}"/>
          </ac:spMkLst>
        </pc:spChg>
      </pc:sldChg>
      <pc:sldChg chg="addSp delSp modSp mod">
        <pc:chgData name="Kantorska Krystyna" userId="3723c91c-ac7e-41a7-97bb-0f7068af699c" providerId="ADAL" clId="{2E0E2B14-ECC8-4DAF-9346-16E104387F04}" dt="2025-04-16T08:08:30.575" v="1815" actId="14100"/>
        <pc:sldMkLst>
          <pc:docMk/>
          <pc:sldMk cId="3667437747" sldId="262"/>
        </pc:sldMkLst>
        <pc:spChg chg="add del mod">
          <ac:chgData name="Kantorska Krystyna" userId="3723c91c-ac7e-41a7-97bb-0f7068af699c" providerId="ADAL" clId="{2E0E2B14-ECC8-4DAF-9346-16E104387F04}" dt="2025-04-14T13:20:43.433" v="1734" actId="478"/>
          <ac:spMkLst>
            <pc:docMk/>
            <pc:sldMk cId="3667437747" sldId="262"/>
            <ac:spMk id="3" creationId="{AED1C869-2529-2059-14AB-B37AAE199E67}"/>
          </ac:spMkLst>
        </pc:spChg>
        <pc:spChg chg="add del mod">
          <ac:chgData name="Kantorska Krystyna" userId="3723c91c-ac7e-41a7-97bb-0f7068af699c" providerId="ADAL" clId="{2E0E2B14-ECC8-4DAF-9346-16E104387F04}" dt="2025-04-14T08:55:25.515" v="238" actId="478"/>
          <ac:spMkLst>
            <pc:docMk/>
            <pc:sldMk cId="3667437747" sldId="262"/>
            <ac:spMk id="5" creationId="{585A6672-B6E6-10DC-34C6-C87D5BA3CAD7}"/>
          </ac:spMkLst>
        </pc:spChg>
        <pc:spChg chg="del">
          <ac:chgData name="Kantorska Krystyna" userId="3723c91c-ac7e-41a7-97bb-0f7068af699c" providerId="ADAL" clId="{2E0E2B14-ECC8-4DAF-9346-16E104387F04}" dt="2025-04-14T09:14:30.917" v="578" actId="931"/>
          <ac:spMkLst>
            <pc:docMk/>
            <pc:sldMk cId="3667437747" sldId="262"/>
            <ac:spMk id="9" creationId="{AFBA5E67-F5CD-4F8B-9F6D-B4B9CCCD0D09}"/>
          </ac:spMkLst>
        </pc:spChg>
        <pc:spChg chg="add del mod">
          <ac:chgData name="Kantorska Krystyna" userId="3723c91c-ac7e-41a7-97bb-0f7068af699c" providerId="ADAL" clId="{2E0E2B14-ECC8-4DAF-9346-16E104387F04}" dt="2025-04-14T09:16:21.312" v="585" actId="931"/>
          <ac:spMkLst>
            <pc:docMk/>
            <pc:sldMk cId="3667437747" sldId="262"/>
            <ac:spMk id="24" creationId="{25964480-DE37-A5E0-4FFA-AE0A6791349C}"/>
          </ac:spMkLst>
        </pc:spChg>
        <pc:spChg chg="add del mod">
          <ac:chgData name="Kantorska Krystyna" userId="3723c91c-ac7e-41a7-97bb-0f7068af699c" providerId="ADAL" clId="{2E0E2B14-ECC8-4DAF-9346-16E104387F04}" dt="2025-04-14T09:16:40.058" v="588" actId="931"/>
          <ac:spMkLst>
            <pc:docMk/>
            <pc:sldMk cId="3667437747" sldId="262"/>
            <ac:spMk id="28" creationId="{DBF5860B-5111-2BCF-974A-4943C20A26C3}"/>
          </ac:spMkLst>
        </pc:spChg>
        <pc:spChg chg="add del mod">
          <ac:chgData name="Kantorska Krystyna" userId="3723c91c-ac7e-41a7-97bb-0f7068af699c" providerId="ADAL" clId="{2E0E2B14-ECC8-4DAF-9346-16E104387F04}" dt="2025-04-14T09:16:57.266" v="592" actId="478"/>
          <ac:spMkLst>
            <pc:docMk/>
            <pc:sldMk cId="3667437747" sldId="262"/>
            <ac:spMk id="32" creationId="{FD5439F2-2C47-1405-D07D-57DE58E24CA9}"/>
          </ac:spMkLst>
        </pc:spChg>
        <pc:spChg chg="add mod">
          <ac:chgData name="Kantorska Krystyna" userId="3723c91c-ac7e-41a7-97bb-0f7068af699c" providerId="ADAL" clId="{2E0E2B14-ECC8-4DAF-9346-16E104387F04}" dt="2025-04-16T08:06:22.297" v="1805" actId="1076"/>
          <ac:spMkLst>
            <pc:docMk/>
            <pc:sldMk cId="3667437747" sldId="262"/>
            <ac:spMk id="35" creationId="{0F756271-D8C4-5F48-8642-376664FE9961}"/>
          </ac:spMkLst>
        </pc:spChg>
        <pc:spChg chg="add mod">
          <ac:chgData name="Kantorska Krystyna" userId="3723c91c-ac7e-41a7-97bb-0f7068af699c" providerId="ADAL" clId="{2E0E2B14-ECC8-4DAF-9346-16E104387F04}" dt="2025-04-16T08:06:37.390" v="1808" actId="20577"/>
          <ac:spMkLst>
            <pc:docMk/>
            <pc:sldMk cId="3667437747" sldId="262"/>
            <ac:spMk id="36" creationId="{DAC2DC42-4BB1-152B-2B89-F111AF4BE30D}"/>
          </ac:spMkLst>
        </pc:spChg>
        <pc:spChg chg="add del">
          <ac:chgData name="Kantorska Krystyna" userId="3723c91c-ac7e-41a7-97bb-0f7068af699c" providerId="ADAL" clId="{2E0E2B14-ECC8-4DAF-9346-16E104387F04}" dt="2025-04-14T09:23:05.650" v="655" actId="478"/>
          <ac:spMkLst>
            <pc:docMk/>
            <pc:sldMk cId="3667437747" sldId="262"/>
            <ac:spMk id="55" creationId="{2098178E-B6BF-4BA7-BE17-286A1F94BC42}"/>
          </ac:spMkLst>
        </pc:spChg>
        <pc:spChg chg="add del mod">
          <ac:chgData name="Kantorska Krystyna" userId="3723c91c-ac7e-41a7-97bb-0f7068af699c" providerId="ADAL" clId="{2E0E2B14-ECC8-4DAF-9346-16E104387F04}" dt="2025-04-14T09:24:32.216" v="662"/>
          <ac:spMkLst>
            <pc:docMk/>
            <pc:sldMk cId="3667437747" sldId="262"/>
            <ac:spMk id="56" creationId="{1556D638-F854-67F5-E7C7-531CF22B859B}"/>
          </ac:spMkLst>
        </pc:spChg>
        <pc:spChg chg="add mod">
          <ac:chgData name="Kantorska Krystyna" userId="3723c91c-ac7e-41a7-97bb-0f7068af699c" providerId="ADAL" clId="{2E0E2B14-ECC8-4DAF-9346-16E104387F04}" dt="2025-04-16T08:05:41.241" v="1790" actId="1076"/>
          <ac:spMkLst>
            <pc:docMk/>
            <pc:sldMk cId="3667437747" sldId="262"/>
            <ac:spMk id="57" creationId="{70C50605-44AB-C324-9668-00849B5A1C6B}"/>
          </ac:spMkLst>
        </pc:spChg>
        <pc:spChg chg="add mod">
          <ac:chgData name="Kantorska Krystyna" userId="3723c91c-ac7e-41a7-97bb-0f7068af699c" providerId="ADAL" clId="{2E0E2B14-ECC8-4DAF-9346-16E104387F04}" dt="2025-04-16T08:08:24.055" v="1814" actId="1076"/>
          <ac:spMkLst>
            <pc:docMk/>
            <pc:sldMk cId="3667437747" sldId="262"/>
            <ac:spMk id="58" creationId="{4EBC4967-1521-A692-1CB0-2139F963F58B}"/>
          </ac:spMkLst>
        </pc:spChg>
        <pc:spChg chg="add mod">
          <ac:chgData name="Kantorska Krystyna" userId="3723c91c-ac7e-41a7-97bb-0f7068af699c" providerId="ADAL" clId="{2E0E2B14-ECC8-4DAF-9346-16E104387F04}" dt="2025-04-16T08:08:24.055" v="1814" actId="1076"/>
          <ac:spMkLst>
            <pc:docMk/>
            <pc:sldMk cId="3667437747" sldId="262"/>
            <ac:spMk id="59" creationId="{EC6E125D-4376-2B4E-60DF-5E45E76A8034}"/>
          </ac:spMkLst>
        </pc:spChg>
        <pc:spChg chg="add del mod">
          <ac:chgData name="Kantorska Krystyna" userId="3723c91c-ac7e-41a7-97bb-0f7068af699c" providerId="ADAL" clId="{2E0E2B14-ECC8-4DAF-9346-16E104387F04}" dt="2025-04-14T09:46:51.845" v="703" actId="11529"/>
          <ac:spMkLst>
            <pc:docMk/>
            <pc:sldMk cId="3667437747" sldId="262"/>
            <ac:spMk id="60" creationId="{64574ACD-60D6-AD74-7CDD-2A599CE37B30}"/>
          </ac:spMkLst>
        </pc:spChg>
        <pc:spChg chg="add del mod">
          <ac:chgData name="Kantorska Krystyna" userId="3723c91c-ac7e-41a7-97bb-0f7068af699c" providerId="ADAL" clId="{2E0E2B14-ECC8-4DAF-9346-16E104387F04}" dt="2025-04-14T10:16:18.638" v="839"/>
          <ac:spMkLst>
            <pc:docMk/>
            <pc:sldMk cId="3667437747" sldId="262"/>
            <ac:spMk id="61" creationId="{BBFF852F-2539-7E25-BDA3-D3E2027BA5C2}"/>
          </ac:spMkLst>
        </pc:spChg>
        <pc:spChg chg="add">
          <ac:chgData name="Kantorska Krystyna" userId="3723c91c-ac7e-41a7-97bb-0f7068af699c" providerId="ADAL" clId="{2E0E2B14-ECC8-4DAF-9346-16E104387F04}" dt="2025-04-14T10:15:41.641" v="831"/>
          <ac:spMkLst>
            <pc:docMk/>
            <pc:sldMk cId="3667437747" sldId="262"/>
            <ac:spMk id="62" creationId="{09CB5CEA-E50D-5168-2D80-E4696E3E0578}"/>
          </ac:spMkLst>
        </pc:spChg>
        <pc:spChg chg="add del mod">
          <ac:chgData name="Kantorska Krystyna" userId="3723c91c-ac7e-41a7-97bb-0f7068af699c" providerId="ADAL" clId="{2E0E2B14-ECC8-4DAF-9346-16E104387F04}" dt="2025-04-14T10:53:42.041" v="1017" actId="21"/>
          <ac:spMkLst>
            <pc:docMk/>
            <pc:sldMk cId="3667437747" sldId="262"/>
            <ac:spMk id="63" creationId="{8FB5D6C8-8AA8-094D-CE9E-01AB2277C795}"/>
          </ac:spMkLst>
        </pc:spChg>
        <pc:spChg chg="add del mod">
          <ac:chgData name="Kantorska Krystyna" userId="3723c91c-ac7e-41a7-97bb-0f7068af699c" providerId="ADAL" clId="{2E0E2B14-ECC8-4DAF-9346-16E104387F04}" dt="2025-04-14T10:31:27.470" v="1005"/>
          <ac:spMkLst>
            <pc:docMk/>
            <pc:sldMk cId="3667437747" sldId="262"/>
            <ac:spMk id="320" creationId="{8FA1C29A-26B8-0446-86F9-1B59013A9F31}"/>
          </ac:spMkLst>
        </pc:spChg>
        <pc:spChg chg="mod">
          <ac:chgData name="Kantorska Krystyna" userId="3723c91c-ac7e-41a7-97bb-0f7068af699c" providerId="ADAL" clId="{2E0E2B14-ECC8-4DAF-9346-16E104387F04}" dt="2025-04-16T07:59:48.689" v="1739" actId="20577"/>
          <ac:spMkLst>
            <pc:docMk/>
            <pc:sldMk cId="3667437747" sldId="262"/>
            <ac:spMk id="330" creationId="{09680D1C-F7A4-4E61-A500-EF5B3A5CE3DA}"/>
          </ac:spMkLst>
        </pc:spChg>
        <pc:spChg chg="del">
          <ac:chgData name="Kantorska Krystyna" userId="3723c91c-ac7e-41a7-97bb-0f7068af699c" providerId="ADAL" clId="{2E0E2B14-ECC8-4DAF-9346-16E104387F04}" dt="2025-04-14T08:54:55.429" v="215" actId="478"/>
          <ac:spMkLst>
            <pc:docMk/>
            <pc:sldMk cId="3667437747" sldId="262"/>
            <ac:spMk id="331" creationId="{87AD2A8B-773C-4F18-9513-D068233C68EA}"/>
          </ac:spMkLst>
        </pc:spChg>
        <pc:spChg chg="mod">
          <ac:chgData name="Kantorska Krystyna" userId="3723c91c-ac7e-41a7-97bb-0f7068af699c" providerId="ADAL" clId="{2E0E2B14-ECC8-4DAF-9346-16E104387F04}" dt="2025-04-16T08:08:24.055" v="1814" actId="1076"/>
          <ac:spMkLst>
            <pc:docMk/>
            <pc:sldMk cId="3667437747" sldId="262"/>
            <ac:spMk id="334" creationId="{08026FC3-2C56-4D47-8F98-A00A5144A6AA}"/>
          </ac:spMkLst>
        </pc:spChg>
        <pc:graphicFrameChg chg="add del mod modGraphic">
          <ac:chgData name="Kantorska Krystyna" userId="3723c91c-ac7e-41a7-97bb-0f7068af699c" providerId="ADAL" clId="{2E0E2B14-ECC8-4DAF-9346-16E104387F04}" dt="2025-04-14T09:19:57.510" v="628" actId="478"/>
          <ac:graphicFrameMkLst>
            <pc:docMk/>
            <pc:sldMk cId="3667437747" sldId="262"/>
            <ac:graphicFrameMk id="8" creationId="{5903096E-EDE6-2618-38E7-B4800B5311FF}"/>
          </ac:graphicFrameMkLst>
        </pc:graphicFrameChg>
        <pc:picChg chg="del">
          <ac:chgData name="Kantorska Krystyna" userId="3723c91c-ac7e-41a7-97bb-0f7068af699c" providerId="ADAL" clId="{2E0E2B14-ECC8-4DAF-9346-16E104387F04}" dt="2025-04-14T08:55:21.684" v="237" actId="478"/>
          <ac:picMkLst>
            <pc:docMk/>
            <pc:sldMk cId="3667437747" sldId="262"/>
            <ac:picMk id="10" creationId="{B373F36E-F3F3-4F77-A5AB-C2A76C18D98C}"/>
          </ac:picMkLst>
        </pc:picChg>
        <pc:picChg chg="add del mod ord">
          <ac:chgData name="Kantorska Krystyna" userId="3723c91c-ac7e-41a7-97bb-0f7068af699c" providerId="ADAL" clId="{2E0E2B14-ECC8-4DAF-9346-16E104387F04}" dt="2025-04-14T09:15:56.868" v="584" actId="478"/>
          <ac:picMkLst>
            <pc:docMk/>
            <pc:sldMk cId="3667437747" sldId="262"/>
            <ac:picMk id="20" creationId="{3033A21F-A616-B298-FC82-09BCA92D0DB7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22" creationId="{50BAB075-0007-E271-5B70-C9515140F91B}"/>
          </ac:picMkLst>
        </pc:picChg>
        <pc:picChg chg="add del mod">
          <ac:chgData name="Kantorska Krystyna" userId="3723c91c-ac7e-41a7-97bb-0f7068af699c" providerId="ADAL" clId="{2E0E2B14-ECC8-4DAF-9346-16E104387F04}" dt="2025-04-14T09:16:25.852" v="587" actId="478"/>
          <ac:picMkLst>
            <pc:docMk/>
            <pc:sldMk cId="3667437747" sldId="262"/>
            <ac:picMk id="26" creationId="{1AAD4F65-335A-0308-7144-9EB070D6C4EA}"/>
          </ac:picMkLst>
        </pc:picChg>
        <pc:picChg chg="add del mod">
          <ac:chgData name="Kantorska Krystyna" userId="3723c91c-ac7e-41a7-97bb-0f7068af699c" providerId="ADAL" clId="{2E0E2B14-ECC8-4DAF-9346-16E104387F04}" dt="2025-04-14T09:16:45.581" v="590" actId="478"/>
          <ac:picMkLst>
            <pc:docMk/>
            <pc:sldMk cId="3667437747" sldId="262"/>
            <ac:picMk id="30" creationId="{6CC7268A-A8B3-1C45-604D-51408B5A40F1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34" creationId="{85342119-D24B-35FA-431D-175734505885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41" creationId="{7818209C-ABAC-17B1-FDFC-BDEFF236EC4D}"/>
          </ac:picMkLst>
        </pc:picChg>
        <pc:picChg chg="add mod">
          <ac:chgData name="Kantorska Krystyna" userId="3723c91c-ac7e-41a7-97bb-0f7068af699c" providerId="ADAL" clId="{2E0E2B14-ECC8-4DAF-9346-16E104387F04}" dt="2025-04-14T11:26:55.896" v="1689" actId="1076"/>
          <ac:picMkLst>
            <pc:docMk/>
            <pc:sldMk cId="3667437747" sldId="262"/>
            <ac:picMk id="42" creationId="{8FEDDFD3-CD19-ED85-95AF-016ADFA83BDF}"/>
          </ac:picMkLst>
        </pc:picChg>
        <pc:cxnChg chg="add mod">
          <ac:chgData name="Kantorska Krystyna" userId="3723c91c-ac7e-41a7-97bb-0f7068af699c" providerId="ADAL" clId="{2E0E2B14-ECC8-4DAF-9346-16E104387F04}" dt="2025-04-16T08:08:30.575" v="1815" actId="14100"/>
          <ac:cxnSpMkLst>
            <pc:docMk/>
            <pc:sldMk cId="3667437747" sldId="262"/>
            <ac:cxnSpMk id="3" creationId="{3BC25757-53F4-D93A-6C99-23478FDF9195}"/>
          </ac:cxnSpMkLst>
        </pc:cxnChg>
        <pc:cxnChg chg="add del mod">
          <ac:chgData name="Kantorska Krystyna" userId="3723c91c-ac7e-41a7-97bb-0f7068af699c" providerId="ADAL" clId="{2E0E2B14-ECC8-4DAF-9346-16E104387F04}" dt="2025-04-14T09:21:06.833" v="637" actId="478"/>
          <ac:cxnSpMkLst>
            <pc:docMk/>
            <pc:sldMk cId="3667437747" sldId="262"/>
            <ac:cxnSpMk id="7" creationId="{4EEB439B-CBD1-79A8-C631-A1C89306E8E9}"/>
          </ac:cxnSpMkLst>
        </pc:cxnChg>
        <pc:cxnChg chg="add del mod">
          <ac:chgData name="Kantorska Krystyna" userId="3723c91c-ac7e-41a7-97bb-0f7068af699c" providerId="ADAL" clId="{2E0E2B14-ECC8-4DAF-9346-16E104387F04}" dt="2025-04-14T09:21:07.801" v="638" actId="478"/>
          <ac:cxnSpMkLst>
            <pc:docMk/>
            <pc:sldMk cId="3667437747" sldId="262"/>
            <ac:cxnSpMk id="12" creationId="{0BADAC0D-AAEB-951C-A992-CD9600508227}"/>
          </ac:cxnSpMkLst>
        </pc:cxnChg>
        <pc:cxnChg chg="add del mod">
          <ac:chgData name="Kantorska Krystyna" userId="3723c91c-ac7e-41a7-97bb-0f7068af699c" providerId="ADAL" clId="{2E0E2B14-ECC8-4DAF-9346-16E104387F04}" dt="2025-04-14T09:21:08.610" v="639" actId="478"/>
          <ac:cxnSpMkLst>
            <pc:docMk/>
            <pc:sldMk cId="3667437747" sldId="262"/>
            <ac:cxnSpMk id="43" creationId="{AC05EE4A-3A81-A78C-1C30-5981437688D3}"/>
          </ac:cxnSpMkLst>
        </pc:cxnChg>
        <pc:cxnChg chg="add mod">
          <ac:chgData name="Kantorska Krystyna" userId="3723c91c-ac7e-41a7-97bb-0f7068af699c" providerId="ADAL" clId="{2E0E2B14-ECC8-4DAF-9346-16E104387F04}" dt="2025-04-14T11:26:55.896" v="1689" actId="1076"/>
          <ac:cxnSpMkLst>
            <pc:docMk/>
            <pc:sldMk cId="3667437747" sldId="262"/>
            <ac:cxnSpMk id="48" creationId="{53F3C226-33CA-C9D1-71AC-8F6E3517E752}"/>
          </ac:cxnSpMkLst>
        </pc:cxnChg>
        <pc:cxnChg chg="add mod">
          <ac:chgData name="Kantorska Krystyna" userId="3723c91c-ac7e-41a7-97bb-0f7068af699c" providerId="ADAL" clId="{2E0E2B14-ECC8-4DAF-9346-16E104387F04}" dt="2025-04-14T11:26:55.896" v="1689" actId="1076"/>
          <ac:cxnSpMkLst>
            <pc:docMk/>
            <pc:sldMk cId="3667437747" sldId="262"/>
            <ac:cxnSpMk id="50" creationId="{7682CA2F-677B-5BFC-60BE-DC37DA6D3866}"/>
          </ac:cxnSpMkLst>
        </pc:cxnChg>
        <pc:cxnChg chg="add mod">
          <ac:chgData name="Kantorska Krystyna" userId="3723c91c-ac7e-41a7-97bb-0f7068af699c" providerId="ADAL" clId="{2E0E2B14-ECC8-4DAF-9346-16E104387F04}" dt="2025-04-14T11:26:55.896" v="1689" actId="1076"/>
          <ac:cxnSpMkLst>
            <pc:docMk/>
            <pc:sldMk cId="3667437747" sldId="262"/>
            <ac:cxnSpMk id="53" creationId="{1F611067-E150-B574-B58E-FD9C5AEED9B7}"/>
          </ac:cxnSpMkLst>
        </pc:cxnChg>
      </pc:sldChg>
      <pc:sldChg chg="addSp delSp modSp mod">
        <pc:chgData name="Kantorska Krystyna" userId="3723c91c-ac7e-41a7-97bb-0f7068af699c" providerId="ADAL" clId="{2E0E2B14-ECC8-4DAF-9346-16E104387F04}" dt="2025-04-16T08:22:19.814" v="1921" actId="14100"/>
        <pc:sldMkLst>
          <pc:docMk/>
          <pc:sldMk cId="375749043" sldId="265"/>
        </pc:sldMkLst>
        <pc:spChg chg="add del mod">
          <ac:chgData name="Kantorska Krystyna" userId="3723c91c-ac7e-41a7-97bb-0f7068af699c" providerId="ADAL" clId="{2E0E2B14-ECC8-4DAF-9346-16E104387F04}" dt="2025-04-14T10:53:01.667" v="1007" actId="478"/>
          <ac:spMkLst>
            <pc:docMk/>
            <pc:sldMk cId="375749043" sldId="265"/>
            <ac:spMk id="3" creationId="{8817E9AC-B826-4E9B-A3CD-D10B0AFCD001}"/>
          </ac:spMkLst>
        </pc:spChg>
        <pc:spChg chg="add del mod">
          <ac:chgData name="Kantorska Krystyna" userId="3723c91c-ac7e-41a7-97bb-0f7068af699c" providerId="ADAL" clId="{2E0E2B14-ECC8-4DAF-9346-16E104387F04}" dt="2025-04-14T10:53:33.107" v="1016" actId="478"/>
          <ac:spMkLst>
            <pc:docMk/>
            <pc:sldMk cId="375749043" sldId="265"/>
            <ac:spMk id="5" creationId="{0CC58DFA-9E4B-B965-CD02-984A939A46A7}"/>
          </ac:spMkLst>
        </pc:spChg>
        <pc:spChg chg="add del mod">
          <ac:chgData name="Kantorska Krystyna" userId="3723c91c-ac7e-41a7-97bb-0f7068af699c" providerId="ADAL" clId="{2E0E2B14-ECC8-4DAF-9346-16E104387F04}" dt="2025-04-14T10:53:13.193" v="1011" actId="478"/>
          <ac:spMkLst>
            <pc:docMk/>
            <pc:sldMk cId="375749043" sldId="265"/>
            <ac:spMk id="8" creationId="{E7A0D0A6-9A7B-87D9-43D2-A59E6686490E}"/>
          </ac:spMkLst>
        </pc:spChg>
        <pc:spChg chg="add del mod">
          <ac:chgData name="Kantorska Krystyna" userId="3723c91c-ac7e-41a7-97bb-0f7068af699c" providerId="ADAL" clId="{2E0E2B14-ECC8-4DAF-9346-16E104387F04}" dt="2025-04-14T10:53:18.682" v="1013" actId="478"/>
          <ac:spMkLst>
            <pc:docMk/>
            <pc:sldMk cId="375749043" sldId="265"/>
            <ac:spMk id="10" creationId="{29326172-F612-E7C8-7471-C00504A9D7E6}"/>
          </ac:spMkLst>
        </pc:spChg>
        <pc:spChg chg="add mod">
          <ac:chgData name="Kantorska Krystyna" userId="3723c91c-ac7e-41a7-97bb-0f7068af699c" providerId="ADAL" clId="{2E0E2B14-ECC8-4DAF-9346-16E104387F04}" dt="2025-04-14T12:48:13.039" v="1733" actId="20577"/>
          <ac:spMkLst>
            <pc:docMk/>
            <pc:sldMk cId="375749043" sldId="265"/>
            <ac:spMk id="11" creationId="{58EFF61A-F4A2-0F47-5E4C-E00A778CD8EA}"/>
          </ac:spMkLst>
        </pc:spChg>
        <pc:spChg chg="add mod">
          <ac:chgData name="Kantorska Krystyna" userId="3723c91c-ac7e-41a7-97bb-0f7068af699c" providerId="ADAL" clId="{2E0E2B14-ECC8-4DAF-9346-16E104387F04}" dt="2025-04-16T08:22:19.814" v="1921" actId="14100"/>
          <ac:spMkLst>
            <pc:docMk/>
            <pc:sldMk cId="375749043" sldId="265"/>
            <ac:spMk id="63" creationId="{8FB5D6C8-8AA8-094D-CE9E-01AB2277C795}"/>
          </ac:spMkLst>
        </pc:spChg>
        <pc:spChg chg="del mod">
          <ac:chgData name="Kantorska Krystyna" userId="3723c91c-ac7e-41a7-97bb-0f7068af699c" providerId="ADAL" clId="{2E0E2B14-ECC8-4DAF-9346-16E104387F04}" dt="2025-04-14T10:53:08.819" v="1009" actId="478"/>
          <ac:spMkLst>
            <pc:docMk/>
            <pc:sldMk cId="375749043" sldId="265"/>
            <ac:spMk id="330" creationId="{09680D1C-F7A4-4E61-A500-EF5B3A5CE3DA}"/>
          </ac:spMkLst>
        </pc:spChg>
        <pc:spChg chg="del">
          <ac:chgData name="Kantorska Krystyna" userId="3723c91c-ac7e-41a7-97bb-0f7068af699c" providerId="ADAL" clId="{2E0E2B14-ECC8-4DAF-9346-16E104387F04}" dt="2025-04-14T10:53:10.860" v="1010" actId="478"/>
          <ac:spMkLst>
            <pc:docMk/>
            <pc:sldMk cId="375749043" sldId="265"/>
            <ac:spMk id="331" creationId="{87AD2A8B-773C-4F18-9513-D068233C68EA}"/>
          </ac:spMkLst>
        </pc:spChg>
        <pc:spChg chg="del">
          <ac:chgData name="Kantorska Krystyna" userId="3723c91c-ac7e-41a7-97bb-0f7068af699c" providerId="ADAL" clId="{2E0E2B14-ECC8-4DAF-9346-16E104387F04}" dt="2025-04-14T10:53:15.261" v="1012" actId="478"/>
          <ac:spMkLst>
            <pc:docMk/>
            <pc:sldMk cId="375749043" sldId="265"/>
            <ac:spMk id="334" creationId="{08026FC3-2C56-4D47-8F98-A00A5144A6AA}"/>
          </ac:spMkLst>
        </pc:spChg>
        <pc:picChg chg="add mod">
          <ac:chgData name="Kantorska Krystyna" userId="3723c91c-ac7e-41a7-97bb-0f7068af699c" providerId="ADAL" clId="{2E0E2B14-ECC8-4DAF-9346-16E104387F04}" dt="2025-04-16T08:22:04.005" v="1919" actId="1076"/>
          <ac:picMkLst>
            <pc:docMk/>
            <pc:sldMk cId="375749043" sldId="265"/>
            <ac:picMk id="3" creationId="{C9E0E12A-30DB-081B-40F3-4CB6B74DD7C2}"/>
          </ac:picMkLst>
        </pc:picChg>
        <pc:picChg chg="del">
          <ac:chgData name="Kantorska Krystyna" userId="3723c91c-ac7e-41a7-97bb-0f7068af699c" providerId="ADAL" clId="{2E0E2B14-ECC8-4DAF-9346-16E104387F04}" dt="2025-04-14T10:53:00.228" v="1006" actId="478"/>
          <ac:picMkLst>
            <pc:docMk/>
            <pc:sldMk cId="375749043" sldId="265"/>
            <ac:picMk id="7" creationId="{FCDF36BE-7F4D-4BDC-8D0C-0A402F703D9D}"/>
          </ac:picMkLst>
        </pc:picChg>
      </pc:sldChg>
      <pc:sldChg chg="addSp delSp modSp mod modClrScheme chgLayout">
        <pc:chgData name="Kantorska Krystyna" userId="3723c91c-ac7e-41a7-97bb-0f7068af699c" providerId="ADAL" clId="{2E0E2B14-ECC8-4DAF-9346-16E104387F04}" dt="2025-04-16T12:32:23.896" v="2895" actId="20577"/>
        <pc:sldMkLst>
          <pc:docMk/>
          <pc:sldMk cId="3871883325" sldId="266"/>
        </pc:sldMkLst>
        <pc:spChg chg="add del mod">
          <ac:chgData name="Kantorska Krystyna" userId="3723c91c-ac7e-41a7-97bb-0f7068af699c" providerId="ADAL" clId="{2E0E2B14-ECC8-4DAF-9346-16E104387F04}" dt="2025-04-16T08:23:01.196" v="1962" actId="478"/>
          <ac:spMkLst>
            <pc:docMk/>
            <pc:sldMk cId="3871883325" sldId="266"/>
            <ac:spMk id="3" creationId="{77FE7D54-8C24-51D4-FCF5-A8E6D18B5E55}"/>
          </ac:spMkLst>
        </pc:spChg>
        <pc:spChg chg="add del mod">
          <ac:chgData name="Kantorska Krystyna" userId="3723c91c-ac7e-41a7-97bb-0f7068af699c" providerId="ADAL" clId="{2E0E2B14-ECC8-4DAF-9346-16E104387F04}" dt="2025-04-16T08:23:07.980" v="1964" actId="478"/>
          <ac:spMkLst>
            <pc:docMk/>
            <pc:sldMk cId="3871883325" sldId="266"/>
            <ac:spMk id="5" creationId="{48CD3F1E-5C54-B5AF-3562-D8CA5D2C7A0D}"/>
          </ac:spMkLst>
        </pc:spChg>
        <pc:spChg chg="add del mod">
          <ac:chgData name="Kantorska Krystyna" userId="3723c91c-ac7e-41a7-97bb-0f7068af699c" providerId="ADAL" clId="{2E0E2B14-ECC8-4DAF-9346-16E104387F04}" dt="2025-04-16T08:23:11.997" v="1966" actId="478"/>
          <ac:spMkLst>
            <pc:docMk/>
            <pc:sldMk cId="3871883325" sldId="266"/>
            <ac:spMk id="7" creationId="{E0C985B2-D1B2-9000-26C3-76DB19CF9FD0}"/>
          </ac:spMkLst>
        </pc:spChg>
        <pc:spChg chg="add mod">
          <ac:chgData name="Kantorska Krystyna" userId="3723c91c-ac7e-41a7-97bb-0f7068af699c" providerId="ADAL" clId="{2E0E2B14-ECC8-4DAF-9346-16E104387F04}" dt="2025-04-16T12:32:23.896" v="2895" actId="20577"/>
          <ac:spMkLst>
            <pc:docMk/>
            <pc:sldMk cId="3871883325" sldId="266"/>
            <ac:spMk id="8" creationId="{4F3931DF-EC95-8916-2AF2-7C5963F03EC3}"/>
          </ac:spMkLst>
        </pc:spChg>
        <pc:spChg chg="add del mod">
          <ac:chgData name="Kantorska Krystyna" userId="3723c91c-ac7e-41a7-97bb-0f7068af699c" providerId="ADAL" clId="{2E0E2B14-ECC8-4DAF-9346-16E104387F04}" dt="2025-04-16T08:23:58.949" v="1971" actId="478"/>
          <ac:spMkLst>
            <pc:docMk/>
            <pc:sldMk cId="3871883325" sldId="266"/>
            <ac:spMk id="9" creationId="{D66A69E1-765C-29D7-E345-DD2D8465D504}"/>
          </ac:spMkLst>
        </pc:spChg>
        <pc:spChg chg="mod">
          <ac:chgData name="Kantorska Krystyna" userId="3723c91c-ac7e-41a7-97bb-0f7068af699c" providerId="ADAL" clId="{2E0E2B14-ECC8-4DAF-9346-16E104387F04}" dt="2025-04-16T08:23:17.198" v="1967" actId="26606"/>
          <ac:spMkLst>
            <pc:docMk/>
            <pc:sldMk cId="3871883325" sldId="266"/>
            <ac:spMk id="329" creationId="{EFBFDD60-4C42-4AE8-9273-28D84DF7AE24}"/>
          </ac:spMkLst>
        </pc:spChg>
        <pc:spChg chg="mod">
          <ac:chgData name="Kantorska Krystyna" userId="3723c91c-ac7e-41a7-97bb-0f7068af699c" providerId="ADAL" clId="{2E0E2B14-ECC8-4DAF-9346-16E104387F04}" dt="2025-04-16T08:38:20.844" v="2095" actId="20577"/>
          <ac:spMkLst>
            <pc:docMk/>
            <pc:sldMk cId="3871883325" sldId="266"/>
            <ac:spMk id="330" creationId="{09680D1C-F7A4-4E61-A500-EF5B3A5CE3DA}"/>
          </ac:spMkLst>
        </pc:spChg>
        <pc:spChg chg="del">
          <ac:chgData name="Kantorska Krystyna" userId="3723c91c-ac7e-41a7-97bb-0f7068af699c" providerId="ADAL" clId="{2E0E2B14-ECC8-4DAF-9346-16E104387F04}" dt="2025-04-16T08:22:59.134" v="1961" actId="478"/>
          <ac:spMkLst>
            <pc:docMk/>
            <pc:sldMk cId="3871883325" sldId="266"/>
            <ac:spMk id="331" creationId="{87AD2A8B-773C-4F18-9513-D068233C68EA}"/>
          </ac:spMkLst>
        </pc:spChg>
        <pc:spChg chg="del">
          <ac:chgData name="Kantorska Krystyna" userId="3723c91c-ac7e-41a7-97bb-0f7068af699c" providerId="ADAL" clId="{2E0E2B14-ECC8-4DAF-9346-16E104387F04}" dt="2025-04-16T08:23:03.057" v="1963" actId="478"/>
          <ac:spMkLst>
            <pc:docMk/>
            <pc:sldMk cId="3871883325" sldId="266"/>
            <ac:spMk id="334" creationId="{08026FC3-2C56-4D47-8F98-A00A5144A6AA}"/>
          </ac:spMkLst>
        </pc:spChg>
        <pc:spChg chg="add del mod">
          <ac:chgData name="Kantorska Krystyna" userId="3723c91c-ac7e-41a7-97bb-0f7068af699c" providerId="ADAL" clId="{2E0E2B14-ECC8-4DAF-9346-16E104387F04}" dt="2025-04-16T08:23:50.960" v="1969"/>
          <ac:spMkLst>
            <pc:docMk/>
            <pc:sldMk cId="3871883325" sldId="266"/>
            <ac:spMk id="335" creationId="{7695F8EE-6423-8513-1C40-5FB1FFFF273B}"/>
          </ac:spMkLst>
        </pc:spChg>
        <pc:graphicFrameChg chg="add del mod modGraphic">
          <ac:chgData name="Kantorska Krystyna" userId="3723c91c-ac7e-41a7-97bb-0f7068af699c" providerId="ADAL" clId="{2E0E2B14-ECC8-4DAF-9346-16E104387F04}" dt="2025-04-16T08:34:59.298" v="2083" actId="478"/>
          <ac:graphicFrameMkLst>
            <pc:docMk/>
            <pc:sldMk cId="3871883325" sldId="266"/>
            <ac:graphicFrameMk id="10" creationId="{697ACE7D-18CB-2B83-B012-E4502BC8918C}"/>
          </ac:graphicFrameMkLst>
        </pc:graphicFrameChg>
        <pc:graphicFrameChg chg="add mod modGraphic">
          <ac:chgData name="Kantorska Krystyna" userId="3723c91c-ac7e-41a7-97bb-0f7068af699c" providerId="ADAL" clId="{2E0E2B14-ECC8-4DAF-9346-16E104387F04}" dt="2025-04-16T09:26:12.149" v="2173"/>
          <ac:graphicFrameMkLst>
            <pc:docMk/>
            <pc:sldMk cId="3871883325" sldId="266"/>
            <ac:graphicFrameMk id="12" creationId="{A0C20FAE-4C68-42E5-93E5-EBB49AAFD9FC}"/>
          </ac:graphicFrameMkLst>
        </pc:graphicFrameChg>
        <pc:picChg chg="del">
          <ac:chgData name="Kantorska Krystyna" userId="3723c91c-ac7e-41a7-97bb-0f7068af699c" providerId="ADAL" clId="{2E0E2B14-ECC8-4DAF-9346-16E104387F04}" dt="2025-04-16T08:23:11.085" v="1965" actId="478"/>
          <ac:picMkLst>
            <pc:docMk/>
            <pc:sldMk cId="3871883325" sldId="266"/>
            <ac:picMk id="11" creationId="{833D1D7A-1B2C-4ACA-8793-209693809F39}"/>
          </ac:picMkLst>
        </pc:picChg>
      </pc:sldChg>
      <pc:sldChg chg="addSp delSp modSp new mod">
        <pc:chgData name="Kantorska Krystyna" userId="3723c91c-ac7e-41a7-97bb-0f7068af699c" providerId="ADAL" clId="{2E0E2B14-ECC8-4DAF-9346-16E104387F04}" dt="2025-04-16T08:16:24.787" v="1908" actId="1076"/>
        <pc:sldMkLst>
          <pc:docMk/>
          <pc:sldMk cId="2332285648" sldId="293"/>
        </pc:sldMkLst>
        <pc:spChg chg="del">
          <ac:chgData name="Kantorska Krystyna" userId="3723c91c-ac7e-41a7-97bb-0f7068af699c" providerId="ADAL" clId="{2E0E2B14-ECC8-4DAF-9346-16E104387F04}" dt="2025-04-16T07:59:59.955" v="1741" actId="478"/>
          <ac:spMkLst>
            <pc:docMk/>
            <pc:sldMk cId="2332285648" sldId="293"/>
            <ac:spMk id="2" creationId="{B8F43E09-DBA7-B614-3F21-F2179A587FD5}"/>
          </ac:spMkLst>
        </pc:spChg>
        <pc:spChg chg="mod">
          <ac:chgData name="Kantorska Krystyna" userId="3723c91c-ac7e-41a7-97bb-0f7068af699c" providerId="ADAL" clId="{2E0E2B14-ECC8-4DAF-9346-16E104387F04}" dt="2025-04-16T07:59:55.321" v="1740"/>
          <ac:spMkLst>
            <pc:docMk/>
            <pc:sldMk cId="2332285648" sldId="293"/>
            <ac:spMk id="3" creationId="{76FF0375-B4EF-64C9-B38C-784F3D5498D5}"/>
          </ac:spMkLst>
        </pc:spChg>
        <pc:spChg chg="mod">
          <ac:chgData name="Kantorska Krystyna" userId="3723c91c-ac7e-41a7-97bb-0f7068af699c" providerId="ADAL" clId="{2E0E2B14-ECC8-4DAF-9346-16E104387F04}" dt="2025-04-16T08:15:38.813" v="1901" actId="1076"/>
          <ac:spMkLst>
            <pc:docMk/>
            <pc:sldMk cId="2332285648" sldId="293"/>
            <ac:spMk id="4" creationId="{BC7E2E48-B308-F718-6D71-8943557D6B66}"/>
          </ac:spMkLst>
        </pc:spChg>
        <pc:spChg chg="del">
          <ac:chgData name="Kantorska Krystyna" userId="3723c91c-ac7e-41a7-97bb-0f7068af699c" providerId="ADAL" clId="{2E0E2B14-ECC8-4DAF-9346-16E104387F04}" dt="2025-04-16T08:02:29.649" v="1761" actId="478"/>
          <ac:spMkLst>
            <pc:docMk/>
            <pc:sldMk cId="2332285648" sldId="293"/>
            <ac:spMk id="5" creationId="{083487C5-DC8A-F715-9E2B-4D87CFAA3AB3}"/>
          </ac:spMkLst>
        </pc:spChg>
        <pc:spChg chg="del">
          <ac:chgData name="Kantorska Krystyna" userId="3723c91c-ac7e-41a7-97bb-0f7068af699c" providerId="ADAL" clId="{2E0E2B14-ECC8-4DAF-9346-16E104387F04}" dt="2025-04-16T07:59:34.929" v="1736"/>
          <ac:spMkLst>
            <pc:docMk/>
            <pc:sldMk cId="2332285648" sldId="293"/>
            <ac:spMk id="6" creationId="{864EF240-F673-7B75-E465-14EA9C9060B5}"/>
          </ac:spMkLst>
        </pc:spChg>
        <pc:spChg chg="del">
          <ac:chgData name="Kantorska Krystyna" userId="3723c91c-ac7e-41a7-97bb-0f7068af699c" providerId="ADAL" clId="{2E0E2B14-ECC8-4DAF-9346-16E104387F04}" dt="2025-04-16T08:02:33.406" v="1762" actId="478"/>
          <ac:spMkLst>
            <pc:docMk/>
            <pc:sldMk cId="2332285648" sldId="293"/>
            <ac:spMk id="7" creationId="{5372E205-DF7C-FA2F-5C69-303386615943}"/>
          </ac:spMkLst>
        </pc:spChg>
        <pc:spChg chg="add mod">
          <ac:chgData name="Kantorska Krystyna" userId="3723c91c-ac7e-41a7-97bb-0f7068af699c" providerId="ADAL" clId="{2E0E2B14-ECC8-4DAF-9346-16E104387F04}" dt="2025-04-16T08:16:24.787" v="1908" actId="1076"/>
          <ac:spMkLst>
            <pc:docMk/>
            <pc:sldMk cId="2332285648" sldId="293"/>
            <ac:spMk id="9" creationId="{9FF38561-206E-E0DF-27B5-722A1C8F3F25}"/>
          </ac:spMkLst>
        </pc:spChg>
        <pc:spChg chg="add mod">
          <ac:chgData name="Kantorska Krystyna" userId="3723c91c-ac7e-41a7-97bb-0f7068af699c" providerId="ADAL" clId="{2E0E2B14-ECC8-4DAF-9346-16E104387F04}" dt="2025-04-16T08:04:57.916" v="1782" actId="1076"/>
          <ac:spMkLst>
            <pc:docMk/>
            <pc:sldMk cId="2332285648" sldId="293"/>
            <ac:spMk id="10" creationId="{DF1F3309-BE35-28CA-7FD8-9A75EF6DEE84}"/>
          </ac:spMkLst>
        </pc:spChg>
        <pc:spChg chg="add del mod">
          <ac:chgData name="Kantorska Krystyna" userId="3723c91c-ac7e-41a7-97bb-0f7068af699c" providerId="ADAL" clId="{2E0E2B14-ECC8-4DAF-9346-16E104387F04}" dt="2025-04-16T08:15:31.387" v="1893" actId="478"/>
          <ac:spMkLst>
            <pc:docMk/>
            <pc:sldMk cId="2332285648" sldId="293"/>
            <ac:spMk id="11" creationId="{D6B8E4B4-619D-2811-FBFC-73E419F248D7}"/>
          </ac:spMkLst>
        </pc:spChg>
        <pc:spChg chg="add del mod">
          <ac:chgData name="Kantorska Krystyna" userId="3723c91c-ac7e-41a7-97bb-0f7068af699c" providerId="ADAL" clId="{2E0E2B14-ECC8-4DAF-9346-16E104387F04}" dt="2025-04-16T08:15:31.390" v="1895"/>
          <ac:spMkLst>
            <pc:docMk/>
            <pc:sldMk cId="2332285648" sldId="293"/>
            <ac:spMk id="12" creationId="{94991338-4D29-187B-F946-97CABEA6481B}"/>
          </ac:spMkLst>
        </pc:spChg>
        <pc:spChg chg="add del mod">
          <ac:chgData name="Kantorska Krystyna" userId="3723c91c-ac7e-41a7-97bb-0f7068af699c" providerId="ADAL" clId="{2E0E2B14-ECC8-4DAF-9346-16E104387F04}" dt="2025-04-16T08:15:31.391" v="1897"/>
          <ac:spMkLst>
            <pc:docMk/>
            <pc:sldMk cId="2332285648" sldId="293"/>
            <ac:spMk id="13" creationId="{35D9E933-19AE-ED08-631A-F1893AC8C3A4}"/>
          </ac:spMkLst>
        </pc:spChg>
        <pc:spChg chg="add del mod">
          <ac:chgData name="Kantorska Krystyna" userId="3723c91c-ac7e-41a7-97bb-0f7068af699c" providerId="ADAL" clId="{2E0E2B14-ECC8-4DAF-9346-16E104387F04}" dt="2025-04-16T08:15:31.392" v="1899"/>
          <ac:spMkLst>
            <pc:docMk/>
            <pc:sldMk cId="2332285648" sldId="293"/>
            <ac:spMk id="14" creationId="{757E4C39-374C-6FD3-8832-33DC8D965714}"/>
          </ac:spMkLst>
        </pc:spChg>
        <pc:picChg chg="add mod">
          <ac:chgData name="Kantorska Krystyna" userId="3723c91c-ac7e-41a7-97bb-0f7068af699c" providerId="ADAL" clId="{2E0E2B14-ECC8-4DAF-9346-16E104387F04}" dt="2025-04-16T07:59:41.149" v="1738" actId="1076"/>
          <ac:picMkLst>
            <pc:docMk/>
            <pc:sldMk cId="2332285648" sldId="293"/>
            <ac:picMk id="1026" creationId="{96F4BEEC-931C-A669-4639-03D87654A342}"/>
          </ac:picMkLst>
        </pc:picChg>
        <pc:cxnChg chg="add del">
          <ac:chgData name="Kantorska Krystyna" userId="3723c91c-ac7e-41a7-97bb-0f7068af699c" providerId="ADAL" clId="{2E0E2B14-ECC8-4DAF-9346-16E104387F04}" dt="2025-04-16T08:14:38.133" v="1860" actId="11529"/>
          <ac:cxnSpMkLst>
            <pc:docMk/>
            <pc:sldMk cId="2332285648" sldId="293"/>
            <ac:cxnSpMk id="16" creationId="{C6314F5F-F52D-1351-0D6F-F086C6ACE4DA}"/>
          </ac:cxnSpMkLst>
        </pc:cxnChg>
      </pc:sldChg>
      <pc:sldChg chg="addSp delSp modSp new mod">
        <pc:chgData name="Kantorska Krystyna" userId="3723c91c-ac7e-41a7-97bb-0f7068af699c" providerId="ADAL" clId="{2E0E2B14-ECC8-4DAF-9346-16E104387F04}" dt="2025-04-16T10:26:54.986" v="2845"/>
        <pc:sldMkLst>
          <pc:docMk/>
          <pc:sldMk cId="3964072870" sldId="294"/>
        </pc:sldMkLst>
        <pc:spChg chg="del mod">
          <ac:chgData name="Kantorska Krystyna" userId="3723c91c-ac7e-41a7-97bb-0f7068af699c" providerId="ADAL" clId="{2E0E2B14-ECC8-4DAF-9346-16E104387F04}" dt="2025-04-16T10:26:48.831" v="2844" actId="478"/>
          <ac:spMkLst>
            <pc:docMk/>
            <pc:sldMk cId="3964072870" sldId="294"/>
            <ac:spMk id="2" creationId="{036D1614-02B9-BC61-0202-E6F376026F8C}"/>
          </ac:spMkLst>
        </pc:spChg>
        <pc:spChg chg="mod">
          <ac:chgData name="Kantorska Krystyna" userId="3723c91c-ac7e-41a7-97bb-0f7068af699c" providerId="ADAL" clId="{2E0E2B14-ECC8-4DAF-9346-16E104387F04}" dt="2025-04-16T10:26:09.871" v="2837" actId="115"/>
          <ac:spMkLst>
            <pc:docMk/>
            <pc:sldMk cId="3964072870" sldId="294"/>
            <ac:spMk id="3" creationId="{412078D5-85C7-FBF6-8AFA-127E3876B37B}"/>
          </ac:spMkLst>
        </pc:spChg>
        <pc:spChg chg="add mod">
          <ac:chgData name="Kantorska Krystyna" userId="3723c91c-ac7e-41a7-97bb-0f7068af699c" providerId="ADAL" clId="{2E0E2B14-ECC8-4DAF-9346-16E104387F04}" dt="2025-04-16T10:24:08.930" v="2819" actId="1582"/>
          <ac:spMkLst>
            <pc:docMk/>
            <pc:sldMk cId="3964072870" sldId="294"/>
            <ac:spMk id="7" creationId="{DE34ECEE-019A-3E6F-F444-773A953512A6}"/>
          </ac:spMkLst>
        </pc:spChg>
        <pc:spChg chg="add mod">
          <ac:chgData name="Kantorska Krystyna" userId="3723c91c-ac7e-41a7-97bb-0f7068af699c" providerId="ADAL" clId="{2E0E2B14-ECC8-4DAF-9346-16E104387F04}" dt="2025-04-16T10:24:26.027" v="2821" actId="1076"/>
          <ac:spMkLst>
            <pc:docMk/>
            <pc:sldMk cId="3964072870" sldId="294"/>
            <ac:spMk id="8" creationId="{3190FA8F-2A55-D654-6B3F-6685A1DD1E69}"/>
          </ac:spMkLst>
        </pc:spChg>
        <pc:spChg chg="add mod">
          <ac:chgData name="Kantorska Krystyna" userId="3723c91c-ac7e-41a7-97bb-0f7068af699c" providerId="ADAL" clId="{2E0E2B14-ECC8-4DAF-9346-16E104387F04}" dt="2025-04-16T10:26:54.986" v="2845"/>
          <ac:spMkLst>
            <pc:docMk/>
            <pc:sldMk cId="3964072870" sldId="294"/>
            <ac:spMk id="11" creationId="{8B715464-A95A-E481-0233-34EFACB7180B}"/>
          </ac:spMkLst>
        </pc:spChg>
        <pc:picChg chg="add mod">
          <ac:chgData name="Kantorska Krystyna" userId="3723c91c-ac7e-41a7-97bb-0f7068af699c" providerId="ADAL" clId="{2E0E2B14-ECC8-4DAF-9346-16E104387F04}" dt="2025-04-16T10:23:34.930" v="2815" actId="1076"/>
          <ac:picMkLst>
            <pc:docMk/>
            <pc:sldMk cId="3964072870" sldId="294"/>
            <ac:picMk id="6" creationId="{E4852026-914B-76BD-98B1-64D0EEAC5BB9}"/>
          </ac:picMkLst>
        </pc:picChg>
        <pc:picChg chg="add mod">
          <ac:chgData name="Kantorska Krystyna" userId="3723c91c-ac7e-41a7-97bb-0f7068af699c" providerId="ADAL" clId="{2E0E2B14-ECC8-4DAF-9346-16E104387F04}" dt="2025-04-16T10:25:44.393" v="2827" actId="1076"/>
          <ac:picMkLst>
            <pc:docMk/>
            <pc:sldMk cId="3964072870" sldId="294"/>
            <ac:picMk id="10" creationId="{75E49F97-2FB1-C2DA-3ACD-9484E9695E7E}"/>
          </ac:picMkLst>
        </pc:picChg>
      </pc:sldChg>
      <pc:sldChg chg="addSp delSp modSp add mod">
        <pc:chgData name="Kantorska Krystyna" userId="3723c91c-ac7e-41a7-97bb-0f7068af699c" providerId="ADAL" clId="{2E0E2B14-ECC8-4DAF-9346-16E104387F04}" dt="2025-04-16T10:00:09.986" v="2343" actId="478"/>
        <pc:sldMkLst>
          <pc:docMk/>
          <pc:sldMk cId="468851536" sldId="295"/>
        </pc:sldMkLst>
        <pc:spChg chg="add del mod">
          <ac:chgData name="Kantorska Krystyna" userId="3723c91c-ac7e-41a7-97bb-0f7068af699c" providerId="ADAL" clId="{2E0E2B14-ECC8-4DAF-9346-16E104387F04}" dt="2025-04-16T10:00:09.986" v="2343" actId="478"/>
          <ac:spMkLst>
            <pc:docMk/>
            <pc:sldMk cId="468851536" sldId="295"/>
            <ac:spMk id="2" creationId="{7EB2200A-7039-B038-C2EF-1CA7CA435981}"/>
          </ac:spMkLst>
        </pc:spChg>
        <pc:spChg chg="mod">
          <ac:chgData name="Kantorska Krystyna" userId="3723c91c-ac7e-41a7-97bb-0f7068af699c" providerId="ADAL" clId="{2E0E2B14-ECC8-4DAF-9346-16E104387F04}" dt="2025-04-16T09:58:15.113" v="2319" actId="14100"/>
          <ac:spMkLst>
            <pc:docMk/>
            <pc:sldMk cId="468851536" sldId="295"/>
            <ac:spMk id="8" creationId="{4F3931DF-EC95-8916-2AF2-7C5963F03EC3}"/>
          </ac:spMkLst>
        </pc:spChg>
        <pc:graphicFrameChg chg="del">
          <ac:chgData name="Kantorska Krystyna" userId="3723c91c-ac7e-41a7-97bb-0f7068af699c" providerId="ADAL" clId="{2E0E2B14-ECC8-4DAF-9346-16E104387F04}" dt="2025-04-16T09:02:45.571" v="2172" actId="478"/>
          <ac:graphicFrameMkLst>
            <pc:docMk/>
            <pc:sldMk cId="468851536" sldId="295"/>
            <ac:graphicFrameMk id="12" creationId="{A0C20FAE-4C68-42E5-93E5-EBB49AAFD9FC}"/>
          </ac:graphicFrameMkLst>
        </pc:graphicFrameChg>
      </pc:sldChg>
      <pc:sldChg chg="addSp delSp modSp add mod">
        <pc:chgData name="Kantorska Krystyna" userId="3723c91c-ac7e-41a7-97bb-0f7068af699c" providerId="ADAL" clId="{2E0E2B14-ECC8-4DAF-9346-16E104387F04}" dt="2025-04-16T10:16:27.696" v="2583" actId="207"/>
        <pc:sldMkLst>
          <pc:docMk/>
          <pc:sldMk cId="1696058975" sldId="296"/>
        </pc:sldMkLst>
        <pc:spChg chg="add mod ord">
          <ac:chgData name="Kantorska Krystyna" userId="3723c91c-ac7e-41a7-97bb-0f7068af699c" providerId="ADAL" clId="{2E0E2B14-ECC8-4DAF-9346-16E104387F04}" dt="2025-04-16T10:15:45.629" v="2578" actId="14100"/>
          <ac:spMkLst>
            <pc:docMk/>
            <pc:sldMk cId="1696058975" sldId="296"/>
            <ac:spMk id="2" creationId="{F8F972A0-5756-F4F3-003F-A1C539149C35}"/>
          </ac:spMkLst>
        </pc:spChg>
        <pc:spChg chg="add mod">
          <ac:chgData name="Kantorska Krystyna" userId="3723c91c-ac7e-41a7-97bb-0f7068af699c" providerId="ADAL" clId="{2E0E2B14-ECC8-4DAF-9346-16E104387F04}" dt="2025-04-16T10:15:49.376" v="2579" actId="1076"/>
          <ac:spMkLst>
            <pc:docMk/>
            <pc:sldMk cId="1696058975" sldId="296"/>
            <ac:spMk id="3" creationId="{F6CED2DC-B950-8BC2-668D-DB9DA7A1A144}"/>
          </ac:spMkLst>
        </pc:spChg>
        <pc:spChg chg="add mod">
          <ac:chgData name="Kantorska Krystyna" userId="3723c91c-ac7e-41a7-97bb-0f7068af699c" providerId="ADAL" clId="{2E0E2B14-ECC8-4DAF-9346-16E104387F04}" dt="2025-04-16T10:16:27.696" v="2583" actId="207"/>
          <ac:spMkLst>
            <pc:docMk/>
            <pc:sldMk cId="1696058975" sldId="296"/>
            <ac:spMk id="4" creationId="{9BD035B4-B9E9-FD47-EFED-67F09F9F09DB}"/>
          </ac:spMkLst>
        </pc:spChg>
        <pc:graphicFrameChg chg="add del mod">
          <ac:chgData name="Kantorska Krystyna" userId="3723c91c-ac7e-41a7-97bb-0f7068af699c" providerId="ADAL" clId="{2E0E2B14-ECC8-4DAF-9346-16E104387F04}" dt="2025-04-16T10:10:30.489" v="2374" actId="478"/>
          <ac:graphicFrameMkLst>
            <pc:docMk/>
            <pc:sldMk cId="1696058975" sldId="296"/>
            <ac:graphicFrameMk id="5" creationId="{AF3690E6-458E-5EF8-795F-957089D00A42}"/>
          </ac:graphicFrameMkLst>
        </pc:graphicFrameChg>
      </pc:sldChg>
      <pc:sldChg chg="addSp delSp modSp add mod">
        <pc:chgData name="Kantorska Krystyna" userId="3723c91c-ac7e-41a7-97bb-0f7068af699c" providerId="ADAL" clId="{2E0E2B14-ECC8-4DAF-9346-16E104387F04}" dt="2025-04-16T10:21:12.919" v="2801" actId="20577"/>
        <pc:sldMkLst>
          <pc:docMk/>
          <pc:sldMk cId="1855186331" sldId="297"/>
        </pc:sldMkLst>
        <pc:spChg chg="mod">
          <ac:chgData name="Kantorska Krystyna" userId="3723c91c-ac7e-41a7-97bb-0f7068af699c" providerId="ADAL" clId="{2E0E2B14-ECC8-4DAF-9346-16E104387F04}" dt="2025-04-16T10:20:19.864" v="2780" actId="14100"/>
          <ac:spMkLst>
            <pc:docMk/>
            <pc:sldMk cId="1855186331" sldId="297"/>
            <ac:spMk id="2" creationId="{F8F972A0-5756-F4F3-003F-A1C539149C35}"/>
          </ac:spMkLst>
        </pc:spChg>
        <pc:spChg chg="del mod">
          <ac:chgData name="Kantorska Krystyna" userId="3723c91c-ac7e-41a7-97bb-0f7068af699c" providerId="ADAL" clId="{2E0E2B14-ECC8-4DAF-9346-16E104387F04}" dt="2025-04-16T10:19:42.399" v="2775" actId="478"/>
          <ac:spMkLst>
            <pc:docMk/>
            <pc:sldMk cId="1855186331" sldId="297"/>
            <ac:spMk id="3" creationId="{F6CED2DC-B950-8BC2-668D-DB9DA7A1A144}"/>
          </ac:spMkLst>
        </pc:spChg>
        <pc:spChg chg="mod">
          <ac:chgData name="Kantorska Krystyna" userId="3723c91c-ac7e-41a7-97bb-0f7068af699c" providerId="ADAL" clId="{2E0E2B14-ECC8-4DAF-9346-16E104387F04}" dt="2025-04-16T10:21:12.919" v="2801" actId="20577"/>
          <ac:spMkLst>
            <pc:docMk/>
            <pc:sldMk cId="1855186331" sldId="297"/>
            <ac:spMk id="4" creationId="{9BD035B4-B9E9-FD47-EFED-67F09F9F09DB}"/>
          </ac:spMkLst>
        </pc:spChg>
        <pc:spChg chg="add mod">
          <ac:chgData name="Kantorska Krystyna" userId="3723c91c-ac7e-41a7-97bb-0f7068af699c" providerId="ADAL" clId="{2E0E2B14-ECC8-4DAF-9346-16E104387F04}" dt="2025-04-16T10:19:49.301" v="2777" actId="1076"/>
          <ac:spMkLst>
            <pc:docMk/>
            <pc:sldMk cId="1855186331" sldId="297"/>
            <ac:spMk id="5" creationId="{CF2F6395-2AC9-2ED4-6B8E-38F58ED27A4F}"/>
          </ac:spMkLst>
        </pc:spChg>
        <pc:spChg chg="add del mod">
          <ac:chgData name="Kantorska Krystyna" userId="3723c91c-ac7e-41a7-97bb-0f7068af699c" providerId="ADAL" clId="{2E0E2B14-ECC8-4DAF-9346-16E104387F04}" dt="2025-04-16T10:20:36.319" v="2782" actId="478"/>
          <ac:spMkLst>
            <pc:docMk/>
            <pc:sldMk cId="1855186331" sldId="297"/>
            <ac:spMk id="6" creationId="{495DB83A-E6D9-35A5-6343-70A94668673A}"/>
          </ac:spMkLst>
        </pc:spChg>
        <pc:spChg chg="add del mod">
          <ac:chgData name="Kantorska Krystyna" userId="3723c91c-ac7e-41a7-97bb-0f7068af699c" providerId="ADAL" clId="{2E0E2B14-ECC8-4DAF-9346-16E104387F04}" dt="2025-04-16T10:20:39.241" v="2783" actId="478"/>
          <ac:spMkLst>
            <pc:docMk/>
            <pc:sldMk cId="1855186331" sldId="297"/>
            <ac:spMk id="7" creationId="{0326E277-7059-8BF9-FBF6-73B16ED2D67D}"/>
          </ac:spMkLst>
        </pc:spChg>
        <pc:spChg chg="mod">
          <ac:chgData name="Kantorska Krystyna" userId="3723c91c-ac7e-41a7-97bb-0f7068af699c" providerId="ADAL" clId="{2E0E2B14-ECC8-4DAF-9346-16E104387F04}" dt="2025-04-16T10:07:51.011" v="2369" actId="1076"/>
          <ac:spMkLst>
            <pc:docMk/>
            <pc:sldMk cId="1855186331" sldId="297"/>
            <ac:spMk id="8" creationId="{4F3931DF-EC95-8916-2AF2-7C5963F03EC3}"/>
          </ac:spMkLst>
        </pc:spChg>
      </pc:sldChg>
      <pc:sldChg chg="add del ord">
        <pc:chgData name="Kantorska Krystyna" userId="3723c91c-ac7e-41a7-97bb-0f7068af699c" providerId="ADAL" clId="{2E0E2B14-ECC8-4DAF-9346-16E104387F04}" dt="2025-04-16T10:07:18.035" v="2364" actId="2696"/>
        <pc:sldMkLst>
          <pc:docMk/>
          <pc:sldMk cId="2604511538" sldId="297"/>
        </pc:sldMkLst>
      </pc:sldChg>
      <pc:sldChg chg="delSp modSp add mod">
        <pc:chgData name="Kantorska Krystyna" userId="3723c91c-ac7e-41a7-97bb-0f7068af699c" providerId="ADAL" clId="{2E0E2B14-ECC8-4DAF-9346-16E104387F04}" dt="2025-04-16T10:29:58.340" v="2867" actId="478"/>
        <pc:sldMkLst>
          <pc:docMk/>
          <pc:sldMk cId="116918664" sldId="298"/>
        </pc:sldMkLst>
        <pc:spChg chg="mod">
          <ac:chgData name="Kantorska Krystyna" userId="3723c91c-ac7e-41a7-97bb-0f7068af699c" providerId="ADAL" clId="{2E0E2B14-ECC8-4DAF-9346-16E104387F04}" dt="2025-04-16T10:27:26.463" v="2863" actId="20577"/>
          <ac:spMkLst>
            <pc:docMk/>
            <pc:sldMk cId="116918664" sldId="298"/>
            <ac:spMk id="3" creationId="{412078D5-85C7-FBF6-8AFA-127E3876B37B}"/>
          </ac:spMkLst>
        </pc:spChg>
        <pc:spChg chg="del">
          <ac:chgData name="Kantorska Krystyna" userId="3723c91c-ac7e-41a7-97bb-0f7068af699c" providerId="ADAL" clId="{2E0E2B14-ECC8-4DAF-9346-16E104387F04}" dt="2025-04-16T10:29:56.654" v="2865" actId="478"/>
          <ac:spMkLst>
            <pc:docMk/>
            <pc:sldMk cId="116918664" sldId="298"/>
            <ac:spMk id="7" creationId="{DE34ECEE-019A-3E6F-F444-773A953512A6}"/>
          </ac:spMkLst>
        </pc:spChg>
        <pc:spChg chg="del">
          <ac:chgData name="Kantorska Krystyna" userId="3723c91c-ac7e-41a7-97bb-0f7068af699c" providerId="ADAL" clId="{2E0E2B14-ECC8-4DAF-9346-16E104387F04}" dt="2025-04-16T10:29:57.484" v="2866" actId="478"/>
          <ac:spMkLst>
            <pc:docMk/>
            <pc:sldMk cId="116918664" sldId="298"/>
            <ac:spMk id="8" creationId="{3190FA8F-2A55-D654-6B3F-6685A1DD1E69}"/>
          </ac:spMkLst>
        </pc:spChg>
        <pc:picChg chg="del">
          <ac:chgData name="Kantorska Krystyna" userId="3723c91c-ac7e-41a7-97bb-0f7068af699c" providerId="ADAL" clId="{2E0E2B14-ECC8-4DAF-9346-16E104387F04}" dt="2025-04-16T10:29:55.446" v="2864" actId="478"/>
          <ac:picMkLst>
            <pc:docMk/>
            <pc:sldMk cId="116918664" sldId="298"/>
            <ac:picMk id="6" creationId="{E4852026-914B-76BD-98B1-64D0EEAC5BB9}"/>
          </ac:picMkLst>
        </pc:picChg>
        <pc:picChg chg="del">
          <ac:chgData name="Kantorska Krystyna" userId="3723c91c-ac7e-41a7-97bb-0f7068af699c" providerId="ADAL" clId="{2E0E2B14-ECC8-4DAF-9346-16E104387F04}" dt="2025-04-16T10:29:58.340" v="2867" actId="478"/>
          <ac:picMkLst>
            <pc:docMk/>
            <pc:sldMk cId="116918664" sldId="298"/>
            <ac:picMk id="10" creationId="{75E49F97-2FB1-C2DA-3ACD-9484E9695E7E}"/>
          </ac:picMkLst>
        </pc:picChg>
      </pc:sldChg>
      <pc:sldChg chg="modSp add mod">
        <pc:chgData name="Kantorska Krystyna" userId="3723c91c-ac7e-41a7-97bb-0f7068af699c" providerId="ADAL" clId="{2E0E2B14-ECC8-4DAF-9346-16E104387F04}" dt="2025-04-16T10:30:47.680" v="2889" actId="20577"/>
        <pc:sldMkLst>
          <pc:docMk/>
          <pc:sldMk cId="2255029305" sldId="299"/>
        </pc:sldMkLst>
        <pc:spChg chg="mod">
          <ac:chgData name="Kantorska Krystyna" userId="3723c91c-ac7e-41a7-97bb-0f7068af699c" providerId="ADAL" clId="{2E0E2B14-ECC8-4DAF-9346-16E104387F04}" dt="2025-04-16T10:30:47.680" v="2889" actId="20577"/>
          <ac:spMkLst>
            <pc:docMk/>
            <pc:sldMk cId="2255029305" sldId="299"/>
            <ac:spMk id="3" creationId="{412078D5-85C7-FBF6-8AFA-127E3876B37B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Seria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A83-4EDB-B8E3-841BBA031728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Seria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A83-4EDB-B8E3-841BBA031728}"/>
            </c:ext>
          </c:extLst>
        </c:ser>
        <c:ser>
          <c:idx val="2"/>
          <c:order val="2"/>
          <c:tx>
            <c:strRef>
              <c:f>Arkusz1!$D$1</c:f>
              <c:strCache>
                <c:ptCount val="1"/>
                <c:pt idx="0">
                  <c:v>Seria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A83-4EDB-B8E3-841BBA03172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17515216"/>
        <c:axId val="1017494000"/>
      </c:barChart>
      <c:catAx>
        <c:axId val="10175152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017494000"/>
        <c:crosses val="autoZero"/>
        <c:auto val="1"/>
        <c:lblAlgn val="ctr"/>
        <c:lblOffset val="100"/>
        <c:noMultiLvlLbl val="0"/>
      </c:catAx>
      <c:valAx>
        <c:axId val="10174940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0175152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Seria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BE1-41BF-A6B6-8D13D2F38740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Seria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BE1-41BF-A6B6-8D13D2F38740}"/>
            </c:ext>
          </c:extLst>
        </c:ser>
        <c:ser>
          <c:idx val="2"/>
          <c:order val="2"/>
          <c:tx>
            <c:strRef>
              <c:f>Arkusz1!$D$1</c:f>
              <c:strCache>
                <c:ptCount val="1"/>
                <c:pt idx="0">
                  <c:v>Seria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BE1-41BF-A6B6-8D13D2F38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17525200"/>
        <c:axId val="1017523120"/>
      </c:lineChart>
      <c:catAx>
        <c:axId val="10175252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017523120"/>
        <c:crosses val="autoZero"/>
        <c:auto val="1"/>
        <c:lblAlgn val="ctr"/>
        <c:lblOffset val="100"/>
        <c:noMultiLvlLbl val="0"/>
      </c:catAx>
      <c:valAx>
        <c:axId val="10175231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10175252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Seria 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EF2-4871-B36C-44A2B43BBE92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Seria 2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EF2-4871-B36C-44A2B43BBE92}"/>
            </c:ext>
          </c:extLst>
        </c:ser>
        <c:ser>
          <c:idx val="2"/>
          <c:order val="2"/>
          <c:tx>
            <c:strRef>
              <c:f>Arkusz1!$D$1</c:f>
              <c:strCache>
                <c:ptCount val="1"/>
                <c:pt idx="0">
                  <c:v>Seria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EF2-4871-B36C-44A2B43BBE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3883183"/>
        <c:axId val="423898575"/>
      </c:lineChart>
      <c:catAx>
        <c:axId val="4238831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423898575"/>
        <c:crosses val="autoZero"/>
        <c:auto val="1"/>
        <c:lblAlgn val="ctr"/>
        <c:lblOffset val="100"/>
        <c:noMultiLvlLbl val="0"/>
      </c:catAx>
      <c:valAx>
        <c:axId val="42389857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4238831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Seria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3DF-4BA7-984D-BEA55A6F461E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Seria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3DF-4BA7-984D-BEA55A6F461E}"/>
            </c:ext>
          </c:extLst>
        </c:ser>
        <c:ser>
          <c:idx val="2"/>
          <c:order val="2"/>
          <c:tx>
            <c:strRef>
              <c:f>Arkusz1!$D$1</c:f>
              <c:strCache>
                <c:ptCount val="1"/>
                <c:pt idx="0">
                  <c:v>Seria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3DF-4BA7-984D-BEA55A6F46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878850192"/>
        <c:axId val="878851024"/>
      </c:barChart>
      <c:catAx>
        <c:axId val="87885019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878851024"/>
        <c:crosses val="autoZero"/>
        <c:auto val="1"/>
        <c:lblAlgn val="ctr"/>
        <c:lblOffset val="100"/>
        <c:noMultiLvlLbl val="0"/>
      </c:catAx>
      <c:valAx>
        <c:axId val="878851024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8788501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Arkusz1!$B$1</c:f>
              <c:strCache>
                <c:ptCount val="1"/>
                <c:pt idx="0">
                  <c:v>Sprzedaż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8FF-4580-B885-900513E23FD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8FF-4580-B885-900513E23FD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D8FF-4580-B885-900513E23FD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D8FF-4580-B885-900513E23FD2}"/>
              </c:ext>
            </c:extLst>
          </c:dPt>
          <c:cat>
            <c:strRef>
              <c:f>Arkusz1!$A$2:$A$5</c:f>
              <c:strCache>
                <c:ptCount val="4"/>
                <c:pt idx="0">
                  <c:v>1. kwartał</c:v>
                </c:pt>
                <c:pt idx="1">
                  <c:v>2. kwartał</c:v>
                </c:pt>
                <c:pt idx="2">
                  <c:v>3. kwartał</c:v>
                </c:pt>
                <c:pt idx="3">
                  <c:v>4. kwartał</c:v>
                </c:pt>
              </c:strCache>
            </c:strRef>
          </c:cat>
          <c:val>
            <c:numRef>
              <c:f>Arkusz1!$B$2:$B$5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9B-4F6D-B78F-07D1A6A876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Seria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36-4C44-8C19-347CD044D8D5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Seria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C36-4C44-8C19-347CD044D8D5}"/>
            </c:ext>
          </c:extLst>
        </c:ser>
        <c:ser>
          <c:idx val="2"/>
          <c:order val="2"/>
          <c:tx>
            <c:strRef>
              <c:f>Arkusz1!$D$1</c:f>
              <c:strCache>
                <c:ptCount val="1"/>
                <c:pt idx="0">
                  <c:v>Seria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C36-4C44-8C19-347CD044D8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878848944"/>
        <c:axId val="878843536"/>
      </c:areaChart>
      <c:catAx>
        <c:axId val="8788489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878843536"/>
        <c:crosses val="autoZero"/>
        <c:auto val="1"/>
        <c:lblAlgn val="ctr"/>
        <c:lblOffset val="100"/>
        <c:noMultiLvlLbl val="0"/>
      </c:catAx>
      <c:valAx>
        <c:axId val="878843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87884894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cked"/>
        <c:varyColors val="0"/>
        <c:ser>
          <c:idx val="0"/>
          <c:order val="0"/>
          <c:tx>
            <c:strRef>
              <c:f>Arkusz1!$B$1</c:f>
              <c:strCache>
                <c:ptCount val="1"/>
                <c:pt idx="0">
                  <c:v>Seria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87C-4D23-B7B0-61C71ED3F9D3}"/>
            </c:ext>
          </c:extLst>
        </c:ser>
        <c:ser>
          <c:idx val="1"/>
          <c:order val="1"/>
          <c:tx>
            <c:strRef>
              <c:f>Arkusz1!$C$1</c:f>
              <c:strCache>
                <c:ptCount val="1"/>
                <c:pt idx="0">
                  <c:v>Seria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87C-4D23-B7B0-61C71ED3F9D3}"/>
            </c:ext>
          </c:extLst>
        </c:ser>
        <c:ser>
          <c:idx val="2"/>
          <c:order val="2"/>
          <c:tx>
            <c:strRef>
              <c:f>Arkusz1!$D$1</c:f>
              <c:strCache>
                <c:ptCount val="1"/>
                <c:pt idx="0">
                  <c:v>Seria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Arkusz1!$A$2:$A$5</c:f>
              <c:strCache>
                <c:ptCount val="4"/>
                <c:pt idx="0">
                  <c:v>Kategoria 1</c:v>
                </c:pt>
                <c:pt idx="1">
                  <c:v>Kategoria 2</c:v>
                </c:pt>
                <c:pt idx="2">
                  <c:v>Kategoria 3</c:v>
                </c:pt>
                <c:pt idx="3">
                  <c:v>Kategoria 4</c:v>
                </c:pt>
              </c:strCache>
            </c:strRef>
          </c:cat>
          <c:val>
            <c:numRef>
              <c:f>Arkusz1!$D$2:$D$5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87C-4D23-B7B0-61C71ED3F9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shape val="box"/>
        <c:axId val="832273408"/>
        <c:axId val="832268416"/>
        <c:axId val="0"/>
      </c:bar3DChart>
      <c:catAx>
        <c:axId val="832273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832268416"/>
        <c:crosses val="autoZero"/>
        <c:auto val="1"/>
        <c:lblAlgn val="ctr"/>
        <c:lblOffset val="100"/>
        <c:noMultiLvlLbl val="0"/>
      </c:catAx>
      <c:valAx>
        <c:axId val="8322684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l-PL"/>
          </a:p>
        </c:txPr>
        <c:crossAx val="8322734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l-P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Arkusz1!$B$1</c:f>
              <c:strCache>
                <c:ptCount val="1"/>
                <c:pt idx="0">
                  <c:v>Sprzedaż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5DA-47B5-8C6A-934DEE24A7D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5DA-47B5-8C6A-934DEE24A7D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5DA-47B5-8C6A-934DEE24A7D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5DA-47B5-8C6A-934DEE24A7D9}"/>
              </c:ext>
            </c:extLst>
          </c:dPt>
          <c:cat>
            <c:strRef>
              <c:f>Arkusz1!$A$2:$A$5</c:f>
              <c:strCache>
                <c:ptCount val="4"/>
                <c:pt idx="0">
                  <c:v>1. kwartał</c:v>
                </c:pt>
                <c:pt idx="1">
                  <c:v>2. kwartał</c:v>
                </c:pt>
                <c:pt idx="2">
                  <c:v>3. kwartał</c:v>
                </c:pt>
                <c:pt idx="3">
                  <c:v>4. kwartał</c:v>
                </c:pt>
              </c:strCache>
            </c:strRef>
          </c:cat>
          <c:val>
            <c:numRef>
              <c:f>Arkusz1!$B$2:$B$5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CA5-48A3-B709-BB072BE03B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pl-PL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pl-P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70DE0D-ACE5-4D83-AD79-ECB856F54B85}" type="doc">
      <dgm:prSet loTypeId="urn:microsoft.com/office/officeart/2005/8/layout/cycle6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l-PL"/>
        </a:p>
      </dgm:t>
    </dgm:pt>
    <dgm:pt modelId="{89627927-73AF-4D9B-8CCD-80CA3F73DC56}">
      <dgm:prSet phldrT="[Tekst]" phldr="1"/>
      <dgm:spPr/>
      <dgm:t>
        <a:bodyPr/>
        <a:lstStyle/>
        <a:p>
          <a:endParaRPr lang="pl-PL"/>
        </a:p>
      </dgm:t>
    </dgm:pt>
    <dgm:pt modelId="{5161D064-C7FB-4CDD-8678-B831E872DF9A}" type="parTrans" cxnId="{C64732CE-2A9E-4FE5-A481-8EABFDE7C984}">
      <dgm:prSet/>
      <dgm:spPr/>
      <dgm:t>
        <a:bodyPr/>
        <a:lstStyle/>
        <a:p>
          <a:endParaRPr lang="pl-PL"/>
        </a:p>
      </dgm:t>
    </dgm:pt>
    <dgm:pt modelId="{F81072CA-CFF7-4DEB-B0A3-D890FC6592E2}" type="sibTrans" cxnId="{C64732CE-2A9E-4FE5-A481-8EABFDE7C984}">
      <dgm:prSet/>
      <dgm:spPr/>
      <dgm:t>
        <a:bodyPr/>
        <a:lstStyle/>
        <a:p>
          <a:endParaRPr lang="pl-PL"/>
        </a:p>
      </dgm:t>
    </dgm:pt>
    <dgm:pt modelId="{CE7BE855-65C8-4B14-9D77-8199B927C010}">
      <dgm:prSet phldrT="[Tekst]" phldr="1"/>
      <dgm:spPr/>
      <dgm:t>
        <a:bodyPr/>
        <a:lstStyle/>
        <a:p>
          <a:endParaRPr lang="pl-PL"/>
        </a:p>
      </dgm:t>
    </dgm:pt>
    <dgm:pt modelId="{48A7C0E3-7B53-4DC7-B098-0315612FB790}" type="parTrans" cxnId="{9E288E8F-039B-4974-980C-0E6E2E1D8F1B}">
      <dgm:prSet/>
      <dgm:spPr/>
      <dgm:t>
        <a:bodyPr/>
        <a:lstStyle/>
        <a:p>
          <a:endParaRPr lang="pl-PL"/>
        </a:p>
      </dgm:t>
    </dgm:pt>
    <dgm:pt modelId="{782A794A-6396-4DCD-A044-DD7FED029A04}" type="sibTrans" cxnId="{9E288E8F-039B-4974-980C-0E6E2E1D8F1B}">
      <dgm:prSet/>
      <dgm:spPr/>
      <dgm:t>
        <a:bodyPr/>
        <a:lstStyle/>
        <a:p>
          <a:endParaRPr lang="pl-PL"/>
        </a:p>
      </dgm:t>
    </dgm:pt>
    <dgm:pt modelId="{6D004542-8FA6-4CEA-B4EA-A5097E066E25}">
      <dgm:prSet phldrT="[Tekst]" phldr="1"/>
      <dgm:spPr/>
      <dgm:t>
        <a:bodyPr/>
        <a:lstStyle/>
        <a:p>
          <a:endParaRPr lang="pl-PL"/>
        </a:p>
      </dgm:t>
    </dgm:pt>
    <dgm:pt modelId="{FC182DE4-5BF0-4DA1-B47E-E04A891227B2}" type="parTrans" cxnId="{E7BEEC80-380B-4C64-BF71-8C7E6C54711C}">
      <dgm:prSet/>
      <dgm:spPr/>
      <dgm:t>
        <a:bodyPr/>
        <a:lstStyle/>
        <a:p>
          <a:endParaRPr lang="pl-PL"/>
        </a:p>
      </dgm:t>
    </dgm:pt>
    <dgm:pt modelId="{4DF20EA8-69DA-4330-9D27-CD768594FF4B}" type="sibTrans" cxnId="{E7BEEC80-380B-4C64-BF71-8C7E6C54711C}">
      <dgm:prSet/>
      <dgm:spPr/>
      <dgm:t>
        <a:bodyPr/>
        <a:lstStyle/>
        <a:p>
          <a:endParaRPr lang="pl-PL"/>
        </a:p>
      </dgm:t>
    </dgm:pt>
    <dgm:pt modelId="{BA3C496C-0C48-4A49-9DF1-4FE849D45E38}">
      <dgm:prSet phldrT="[Tekst]" phldr="1"/>
      <dgm:spPr/>
      <dgm:t>
        <a:bodyPr/>
        <a:lstStyle/>
        <a:p>
          <a:endParaRPr lang="pl-PL"/>
        </a:p>
      </dgm:t>
    </dgm:pt>
    <dgm:pt modelId="{E0B62B09-5E67-4FBE-B630-FCBAF8C6A104}" type="parTrans" cxnId="{E472376E-179E-4E70-9834-326D691903F0}">
      <dgm:prSet/>
      <dgm:spPr/>
      <dgm:t>
        <a:bodyPr/>
        <a:lstStyle/>
        <a:p>
          <a:endParaRPr lang="pl-PL"/>
        </a:p>
      </dgm:t>
    </dgm:pt>
    <dgm:pt modelId="{1B7856EA-93D8-4866-9CBD-818C6D0EFFA3}" type="sibTrans" cxnId="{E472376E-179E-4E70-9834-326D691903F0}">
      <dgm:prSet/>
      <dgm:spPr/>
      <dgm:t>
        <a:bodyPr/>
        <a:lstStyle/>
        <a:p>
          <a:endParaRPr lang="pl-PL"/>
        </a:p>
      </dgm:t>
    </dgm:pt>
    <dgm:pt modelId="{3698598B-6C0D-4D7C-A5BA-FE059560D917}">
      <dgm:prSet phldrT="[Tekst]" phldr="1"/>
      <dgm:spPr/>
      <dgm:t>
        <a:bodyPr/>
        <a:lstStyle/>
        <a:p>
          <a:endParaRPr lang="pl-PL"/>
        </a:p>
      </dgm:t>
    </dgm:pt>
    <dgm:pt modelId="{7ACE6822-8EA7-4A38-A4D5-EF473EBE8BFA}" type="parTrans" cxnId="{AB85870A-B994-41F8-B61B-8CF3601C17E8}">
      <dgm:prSet/>
      <dgm:spPr/>
      <dgm:t>
        <a:bodyPr/>
        <a:lstStyle/>
        <a:p>
          <a:endParaRPr lang="pl-PL"/>
        </a:p>
      </dgm:t>
    </dgm:pt>
    <dgm:pt modelId="{0A951AEE-2C31-4C7A-88C6-8A886DE86C39}" type="sibTrans" cxnId="{AB85870A-B994-41F8-B61B-8CF3601C17E8}">
      <dgm:prSet/>
      <dgm:spPr/>
      <dgm:t>
        <a:bodyPr/>
        <a:lstStyle/>
        <a:p>
          <a:endParaRPr lang="pl-PL"/>
        </a:p>
      </dgm:t>
    </dgm:pt>
    <dgm:pt modelId="{C5334F8B-5427-4AC3-9801-556993DE1931}">
      <dgm:prSet/>
      <dgm:spPr/>
      <dgm:t>
        <a:bodyPr/>
        <a:lstStyle/>
        <a:p>
          <a:endParaRPr lang="pl-PL"/>
        </a:p>
      </dgm:t>
    </dgm:pt>
    <dgm:pt modelId="{FD618B98-D9DA-4C01-A134-31E0DB1F4DCB}" type="parTrans" cxnId="{4AC14C26-3634-4003-9C8E-5A036AE08FB3}">
      <dgm:prSet/>
      <dgm:spPr/>
      <dgm:t>
        <a:bodyPr/>
        <a:lstStyle/>
        <a:p>
          <a:endParaRPr lang="pl-PL"/>
        </a:p>
      </dgm:t>
    </dgm:pt>
    <dgm:pt modelId="{D9413FF0-AA5E-4BE3-A1E9-4EFA383FC4EA}" type="sibTrans" cxnId="{4AC14C26-3634-4003-9C8E-5A036AE08FB3}">
      <dgm:prSet/>
      <dgm:spPr/>
      <dgm:t>
        <a:bodyPr/>
        <a:lstStyle/>
        <a:p>
          <a:endParaRPr lang="pl-PL"/>
        </a:p>
      </dgm:t>
    </dgm:pt>
    <dgm:pt modelId="{3FD5CE0D-9C0A-4B18-9554-7AFE283D8690}">
      <dgm:prSet/>
      <dgm:spPr/>
      <dgm:t>
        <a:bodyPr/>
        <a:lstStyle/>
        <a:p>
          <a:endParaRPr lang="pl-PL"/>
        </a:p>
      </dgm:t>
    </dgm:pt>
    <dgm:pt modelId="{A46E208F-D387-4263-AAAD-450D6E0C46CC}" type="parTrans" cxnId="{00EB1D32-AF1B-4836-966B-7C49048361D3}">
      <dgm:prSet/>
      <dgm:spPr/>
      <dgm:t>
        <a:bodyPr/>
        <a:lstStyle/>
        <a:p>
          <a:endParaRPr lang="pl-PL"/>
        </a:p>
      </dgm:t>
    </dgm:pt>
    <dgm:pt modelId="{8B91459A-98CD-4183-97E5-33539FEBA51C}" type="sibTrans" cxnId="{00EB1D32-AF1B-4836-966B-7C49048361D3}">
      <dgm:prSet/>
      <dgm:spPr/>
      <dgm:t>
        <a:bodyPr/>
        <a:lstStyle/>
        <a:p>
          <a:endParaRPr lang="pl-PL"/>
        </a:p>
      </dgm:t>
    </dgm:pt>
    <dgm:pt modelId="{51C98FC1-9066-4257-845E-6085FC3C1B5C}">
      <dgm:prSet/>
      <dgm:spPr/>
      <dgm:t>
        <a:bodyPr/>
        <a:lstStyle/>
        <a:p>
          <a:endParaRPr lang="pl-PL"/>
        </a:p>
      </dgm:t>
    </dgm:pt>
    <dgm:pt modelId="{1AE3BBE0-49BF-4EBF-B65D-29B3BE908B81}" type="parTrans" cxnId="{2B7CDBF4-5950-41CB-8B61-1D8F86FA4AD9}">
      <dgm:prSet/>
      <dgm:spPr/>
      <dgm:t>
        <a:bodyPr/>
        <a:lstStyle/>
        <a:p>
          <a:endParaRPr lang="pl-PL"/>
        </a:p>
      </dgm:t>
    </dgm:pt>
    <dgm:pt modelId="{EF919207-CBBC-4CF8-917B-B0CCF9E09DF6}" type="sibTrans" cxnId="{2B7CDBF4-5950-41CB-8B61-1D8F86FA4AD9}">
      <dgm:prSet/>
      <dgm:spPr/>
      <dgm:t>
        <a:bodyPr/>
        <a:lstStyle/>
        <a:p>
          <a:endParaRPr lang="pl-PL"/>
        </a:p>
      </dgm:t>
    </dgm:pt>
    <dgm:pt modelId="{FF52EE2D-84A9-49EC-BE85-872F7417882F}" type="pres">
      <dgm:prSet presAssocID="{B870DE0D-ACE5-4D83-AD79-ECB856F54B85}" presName="cycle" presStyleCnt="0">
        <dgm:presLayoutVars>
          <dgm:dir/>
          <dgm:resizeHandles val="exact"/>
        </dgm:presLayoutVars>
      </dgm:prSet>
      <dgm:spPr/>
    </dgm:pt>
    <dgm:pt modelId="{28B8E4AD-2182-4EB6-B10A-331A5315915E}" type="pres">
      <dgm:prSet presAssocID="{89627927-73AF-4D9B-8CCD-80CA3F73DC56}" presName="node" presStyleLbl="node1" presStyleIdx="0" presStyleCnt="8">
        <dgm:presLayoutVars>
          <dgm:bulletEnabled val="1"/>
        </dgm:presLayoutVars>
      </dgm:prSet>
      <dgm:spPr/>
    </dgm:pt>
    <dgm:pt modelId="{EEEC1167-2F99-4484-8CD5-ACA1B53B0462}" type="pres">
      <dgm:prSet presAssocID="{89627927-73AF-4D9B-8CCD-80CA3F73DC56}" presName="spNode" presStyleCnt="0"/>
      <dgm:spPr/>
    </dgm:pt>
    <dgm:pt modelId="{B7731E6A-5CCD-43D7-AB23-8D6D7E36F6B2}" type="pres">
      <dgm:prSet presAssocID="{F81072CA-CFF7-4DEB-B0A3-D890FC6592E2}" presName="sibTrans" presStyleLbl="sibTrans1D1" presStyleIdx="0" presStyleCnt="8"/>
      <dgm:spPr/>
    </dgm:pt>
    <dgm:pt modelId="{9EB0C0DB-47CD-4A78-A121-F88A058FF4E6}" type="pres">
      <dgm:prSet presAssocID="{CE7BE855-65C8-4B14-9D77-8199B927C010}" presName="node" presStyleLbl="node1" presStyleIdx="1" presStyleCnt="8">
        <dgm:presLayoutVars>
          <dgm:bulletEnabled val="1"/>
        </dgm:presLayoutVars>
      </dgm:prSet>
      <dgm:spPr/>
    </dgm:pt>
    <dgm:pt modelId="{565AFF92-03CA-4480-B6FD-AE93E8E611C3}" type="pres">
      <dgm:prSet presAssocID="{CE7BE855-65C8-4B14-9D77-8199B927C010}" presName="spNode" presStyleCnt="0"/>
      <dgm:spPr/>
    </dgm:pt>
    <dgm:pt modelId="{A07AF147-CC6F-4D89-94CF-D72101094FF1}" type="pres">
      <dgm:prSet presAssocID="{782A794A-6396-4DCD-A044-DD7FED029A04}" presName="sibTrans" presStyleLbl="sibTrans1D1" presStyleIdx="1" presStyleCnt="8"/>
      <dgm:spPr/>
    </dgm:pt>
    <dgm:pt modelId="{7D4A66AA-D52E-4C48-9EF1-1C94314CE81D}" type="pres">
      <dgm:prSet presAssocID="{6D004542-8FA6-4CEA-B4EA-A5097E066E25}" presName="node" presStyleLbl="node1" presStyleIdx="2" presStyleCnt="8">
        <dgm:presLayoutVars>
          <dgm:bulletEnabled val="1"/>
        </dgm:presLayoutVars>
      </dgm:prSet>
      <dgm:spPr/>
    </dgm:pt>
    <dgm:pt modelId="{119554A7-6544-46D8-919C-B460E72C1942}" type="pres">
      <dgm:prSet presAssocID="{6D004542-8FA6-4CEA-B4EA-A5097E066E25}" presName="spNode" presStyleCnt="0"/>
      <dgm:spPr/>
    </dgm:pt>
    <dgm:pt modelId="{747A745D-72FC-46D1-8122-40EEC407D56F}" type="pres">
      <dgm:prSet presAssocID="{4DF20EA8-69DA-4330-9D27-CD768594FF4B}" presName="sibTrans" presStyleLbl="sibTrans1D1" presStyleIdx="2" presStyleCnt="8"/>
      <dgm:spPr/>
    </dgm:pt>
    <dgm:pt modelId="{CE6FCE95-3F04-49AD-B109-0DFE7FF395DB}" type="pres">
      <dgm:prSet presAssocID="{BA3C496C-0C48-4A49-9DF1-4FE849D45E38}" presName="node" presStyleLbl="node1" presStyleIdx="3" presStyleCnt="8">
        <dgm:presLayoutVars>
          <dgm:bulletEnabled val="1"/>
        </dgm:presLayoutVars>
      </dgm:prSet>
      <dgm:spPr/>
    </dgm:pt>
    <dgm:pt modelId="{298DD2CF-7318-4E80-A180-F8D4DE758B73}" type="pres">
      <dgm:prSet presAssocID="{BA3C496C-0C48-4A49-9DF1-4FE849D45E38}" presName="spNode" presStyleCnt="0"/>
      <dgm:spPr/>
    </dgm:pt>
    <dgm:pt modelId="{90959250-0137-47FE-8E57-6F6131EA36CA}" type="pres">
      <dgm:prSet presAssocID="{1B7856EA-93D8-4866-9CBD-818C6D0EFFA3}" presName="sibTrans" presStyleLbl="sibTrans1D1" presStyleIdx="3" presStyleCnt="8"/>
      <dgm:spPr/>
    </dgm:pt>
    <dgm:pt modelId="{45A44566-CBAD-4498-B82F-F1D24A60B940}" type="pres">
      <dgm:prSet presAssocID="{3698598B-6C0D-4D7C-A5BA-FE059560D917}" presName="node" presStyleLbl="node1" presStyleIdx="4" presStyleCnt="8">
        <dgm:presLayoutVars>
          <dgm:bulletEnabled val="1"/>
        </dgm:presLayoutVars>
      </dgm:prSet>
      <dgm:spPr/>
    </dgm:pt>
    <dgm:pt modelId="{BD018513-F3ED-482B-9DB3-EE4EF56133C3}" type="pres">
      <dgm:prSet presAssocID="{3698598B-6C0D-4D7C-A5BA-FE059560D917}" presName="spNode" presStyleCnt="0"/>
      <dgm:spPr/>
    </dgm:pt>
    <dgm:pt modelId="{F33AFEEB-17B3-44E5-BAB1-4903D64A7D99}" type="pres">
      <dgm:prSet presAssocID="{0A951AEE-2C31-4C7A-88C6-8A886DE86C39}" presName="sibTrans" presStyleLbl="sibTrans1D1" presStyleIdx="4" presStyleCnt="8"/>
      <dgm:spPr/>
    </dgm:pt>
    <dgm:pt modelId="{83F48014-1659-4802-9738-8C7AC6379AE0}" type="pres">
      <dgm:prSet presAssocID="{C5334F8B-5427-4AC3-9801-556993DE1931}" presName="node" presStyleLbl="node1" presStyleIdx="5" presStyleCnt="8">
        <dgm:presLayoutVars>
          <dgm:bulletEnabled val="1"/>
        </dgm:presLayoutVars>
      </dgm:prSet>
      <dgm:spPr/>
    </dgm:pt>
    <dgm:pt modelId="{4F163133-E7C2-402E-A1C2-2454BB52DEC0}" type="pres">
      <dgm:prSet presAssocID="{C5334F8B-5427-4AC3-9801-556993DE1931}" presName="spNode" presStyleCnt="0"/>
      <dgm:spPr/>
    </dgm:pt>
    <dgm:pt modelId="{5A370C90-4554-4A2A-8CD5-097C4CD737F2}" type="pres">
      <dgm:prSet presAssocID="{D9413FF0-AA5E-4BE3-A1E9-4EFA383FC4EA}" presName="sibTrans" presStyleLbl="sibTrans1D1" presStyleIdx="5" presStyleCnt="8"/>
      <dgm:spPr/>
    </dgm:pt>
    <dgm:pt modelId="{CD471A22-3899-4E66-BA06-B05A66BF8AD8}" type="pres">
      <dgm:prSet presAssocID="{3FD5CE0D-9C0A-4B18-9554-7AFE283D8690}" presName="node" presStyleLbl="node1" presStyleIdx="6" presStyleCnt="8">
        <dgm:presLayoutVars>
          <dgm:bulletEnabled val="1"/>
        </dgm:presLayoutVars>
      </dgm:prSet>
      <dgm:spPr/>
    </dgm:pt>
    <dgm:pt modelId="{EBFA10B7-EEFE-4F08-8373-5FE03A0BBE09}" type="pres">
      <dgm:prSet presAssocID="{3FD5CE0D-9C0A-4B18-9554-7AFE283D8690}" presName="spNode" presStyleCnt="0"/>
      <dgm:spPr/>
    </dgm:pt>
    <dgm:pt modelId="{01AEAD24-5E3A-4734-9CC9-0BC942866463}" type="pres">
      <dgm:prSet presAssocID="{8B91459A-98CD-4183-97E5-33539FEBA51C}" presName="sibTrans" presStyleLbl="sibTrans1D1" presStyleIdx="6" presStyleCnt="8"/>
      <dgm:spPr/>
    </dgm:pt>
    <dgm:pt modelId="{4D63211E-E599-4F59-B09D-0706755F6F2A}" type="pres">
      <dgm:prSet presAssocID="{51C98FC1-9066-4257-845E-6085FC3C1B5C}" presName="node" presStyleLbl="node1" presStyleIdx="7" presStyleCnt="8">
        <dgm:presLayoutVars>
          <dgm:bulletEnabled val="1"/>
        </dgm:presLayoutVars>
      </dgm:prSet>
      <dgm:spPr/>
    </dgm:pt>
    <dgm:pt modelId="{8EC1D141-6C62-4B25-ACF2-55276261A69C}" type="pres">
      <dgm:prSet presAssocID="{51C98FC1-9066-4257-845E-6085FC3C1B5C}" presName="spNode" presStyleCnt="0"/>
      <dgm:spPr/>
    </dgm:pt>
    <dgm:pt modelId="{42D8E8C4-3C30-415E-A2B8-58C9FDF4C49B}" type="pres">
      <dgm:prSet presAssocID="{EF919207-CBBC-4CF8-917B-B0CCF9E09DF6}" presName="sibTrans" presStyleLbl="sibTrans1D1" presStyleIdx="7" presStyleCnt="8"/>
      <dgm:spPr/>
    </dgm:pt>
  </dgm:ptLst>
  <dgm:cxnLst>
    <dgm:cxn modelId="{AB85870A-B994-41F8-B61B-8CF3601C17E8}" srcId="{B870DE0D-ACE5-4D83-AD79-ECB856F54B85}" destId="{3698598B-6C0D-4D7C-A5BA-FE059560D917}" srcOrd="4" destOrd="0" parTransId="{7ACE6822-8EA7-4A38-A4D5-EF473EBE8BFA}" sibTransId="{0A951AEE-2C31-4C7A-88C6-8A886DE86C39}"/>
    <dgm:cxn modelId="{83F71C18-111C-4A1A-9F45-FEEC4666ACE1}" type="presOf" srcId="{CE7BE855-65C8-4B14-9D77-8199B927C010}" destId="{9EB0C0DB-47CD-4A78-A121-F88A058FF4E6}" srcOrd="0" destOrd="0" presId="urn:microsoft.com/office/officeart/2005/8/layout/cycle6"/>
    <dgm:cxn modelId="{8845C91C-6F0D-4B16-9E7C-3A4C9FB966A1}" type="presOf" srcId="{6D004542-8FA6-4CEA-B4EA-A5097E066E25}" destId="{7D4A66AA-D52E-4C48-9EF1-1C94314CE81D}" srcOrd="0" destOrd="0" presId="urn:microsoft.com/office/officeart/2005/8/layout/cycle6"/>
    <dgm:cxn modelId="{4AC14C26-3634-4003-9C8E-5A036AE08FB3}" srcId="{B870DE0D-ACE5-4D83-AD79-ECB856F54B85}" destId="{C5334F8B-5427-4AC3-9801-556993DE1931}" srcOrd="5" destOrd="0" parTransId="{FD618B98-D9DA-4C01-A134-31E0DB1F4DCB}" sibTransId="{D9413FF0-AA5E-4BE3-A1E9-4EFA383FC4EA}"/>
    <dgm:cxn modelId="{07FF342A-FD3E-41BC-AD4D-F428336951F8}" type="presOf" srcId="{51C98FC1-9066-4257-845E-6085FC3C1B5C}" destId="{4D63211E-E599-4F59-B09D-0706755F6F2A}" srcOrd="0" destOrd="0" presId="urn:microsoft.com/office/officeart/2005/8/layout/cycle6"/>
    <dgm:cxn modelId="{00EB1D32-AF1B-4836-966B-7C49048361D3}" srcId="{B870DE0D-ACE5-4D83-AD79-ECB856F54B85}" destId="{3FD5CE0D-9C0A-4B18-9554-7AFE283D8690}" srcOrd="6" destOrd="0" parTransId="{A46E208F-D387-4263-AAAD-450D6E0C46CC}" sibTransId="{8B91459A-98CD-4183-97E5-33539FEBA51C}"/>
    <dgm:cxn modelId="{BA9AF332-C29E-4B0D-9E15-846214015916}" type="presOf" srcId="{3FD5CE0D-9C0A-4B18-9554-7AFE283D8690}" destId="{CD471A22-3899-4E66-BA06-B05A66BF8AD8}" srcOrd="0" destOrd="0" presId="urn:microsoft.com/office/officeart/2005/8/layout/cycle6"/>
    <dgm:cxn modelId="{C1A5023A-9F47-4E42-9225-688B9D00EC46}" type="presOf" srcId="{EF919207-CBBC-4CF8-917B-B0CCF9E09DF6}" destId="{42D8E8C4-3C30-415E-A2B8-58C9FDF4C49B}" srcOrd="0" destOrd="0" presId="urn:microsoft.com/office/officeart/2005/8/layout/cycle6"/>
    <dgm:cxn modelId="{9636E544-5194-48BC-9F6A-443F46631BC4}" type="presOf" srcId="{3698598B-6C0D-4D7C-A5BA-FE059560D917}" destId="{45A44566-CBAD-4498-B82F-F1D24A60B940}" srcOrd="0" destOrd="0" presId="urn:microsoft.com/office/officeart/2005/8/layout/cycle6"/>
    <dgm:cxn modelId="{4181BC6A-4C44-4D28-B4F6-2D4356BA3AD9}" type="presOf" srcId="{1B7856EA-93D8-4866-9CBD-818C6D0EFFA3}" destId="{90959250-0137-47FE-8E57-6F6131EA36CA}" srcOrd="0" destOrd="0" presId="urn:microsoft.com/office/officeart/2005/8/layout/cycle6"/>
    <dgm:cxn modelId="{E472376E-179E-4E70-9834-326D691903F0}" srcId="{B870DE0D-ACE5-4D83-AD79-ECB856F54B85}" destId="{BA3C496C-0C48-4A49-9DF1-4FE849D45E38}" srcOrd="3" destOrd="0" parTransId="{E0B62B09-5E67-4FBE-B630-FCBAF8C6A104}" sibTransId="{1B7856EA-93D8-4866-9CBD-818C6D0EFFA3}"/>
    <dgm:cxn modelId="{CDFBF172-80D4-46D8-9897-156FD6AC8F09}" type="presOf" srcId="{4DF20EA8-69DA-4330-9D27-CD768594FF4B}" destId="{747A745D-72FC-46D1-8122-40EEC407D56F}" srcOrd="0" destOrd="0" presId="urn:microsoft.com/office/officeart/2005/8/layout/cycle6"/>
    <dgm:cxn modelId="{CB23C773-3771-4CAA-9ADE-6D78A60FDF2E}" type="presOf" srcId="{8B91459A-98CD-4183-97E5-33539FEBA51C}" destId="{01AEAD24-5E3A-4734-9CC9-0BC942866463}" srcOrd="0" destOrd="0" presId="urn:microsoft.com/office/officeart/2005/8/layout/cycle6"/>
    <dgm:cxn modelId="{DC689179-1A00-4B96-9B0F-4D96A8A1C015}" type="presOf" srcId="{F81072CA-CFF7-4DEB-B0A3-D890FC6592E2}" destId="{B7731E6A-5CCD-43D7-AB23-8D6D7E36F6B2}" srcOrd="0" destOrd="0" presId="urn:microsoft.com/office/officeart/2005/8/layout/cycle6"/>
    <dgm:cxn modelId="{E7BEEC80-380B-4C64-BF71-8C7E6C54711C}" srcId="{B870DE0D-ACE5-4D83-AD79-ECB856F54B85}" destId="{6D004542-8FA6-4CEA-B4EA-A5097E066E25}" srcOrd="2" destOrd="0" parTransId="{FC182DE4-5BF0-4DA1-B47E-E04A891227B2}" sibTransId="{4DF20EA8-69DA-4330-9D27-CD768594FF4B}"/>
    <dgm:cxn modelId="{DBFFFF82-6E4E-435B-B52F-CA02BEE1C102}" type="presOf" srcId="{89627927-73AF-4D9B-8CCD-80CA3F73DC56}" destId="{28B8E4AD-2182-4EB6-B10A-331A5315915E}" srcOrd="0" destOrd="0" presId="urn:microsoft.com/office/officeart/2005/8/layout/cycle6"/>
    <dgm:cxn modelId="{F136D387-3A7C-445D-BE2B-89DD429860ED}" type="presOf" srcId="{B870DE0D-ACE5-4D83-AD79-ECB856F54B85}" destId="{FF52EE2D-84A9-49EC-BE85-872F7417882F}" srcOrd="0" destOrd="0" presId="urn:microsoft.com/office/officeart/2005/8/layout/cycle6"/>
    <dgm:cxn modelId="{9E288E8F-039B-4974-980C-0E6E2E1D8F1B}" srcId="{B870DE0D-ACE5-4D83-AD79-ECB856F54B85}" destId="{CE7BE855-65C8-4B14-9D77-8199B927C010}" srcOrd="1" destOrd="0" parTransId="{48A7C0E3-7B53-4DC7-B098-0315612FB790}" sibTransId="{782A794A-6396-4DCD-A044-DD7FED029A04}"/>
    <dgm:cxn modelId="{5FD35893-77BC-49A7-A885-8437ED62669B}" type="presOf" srcId="{BA3C496C-0C48-4A49-9DF1-4FE849D45E38}" destId="{CE6FCE95-3F04-49AD-B109-0DFE7FF395DB}" srcOrd="0" destOrd="0" presId="urn:microsoft.com/office/officeart/2005/8/layout/cycle6"/>
    <dgm:cxn modelId="{DD9E6F9D-D280-4C9E-B6ED-E71585CF9D0C}" type="presOf" srcId="{C5334F8B-5427-4AC3-9801-556993DE1931}" destId="{83F48014-1659-4802-9738-8C7AC6379AE0}" srcOrd="0" destOrd="0" presId="urn:microsoft.com/office/officeart/2005/8/layout/cycle6"/>
    <dgm:cxn modelId="{803FAFBD-960A-40AA-88EA-F21B78B71566}" type="presOf" srcId="{0A951AEE-2C31-4C7A-88C6-8A886DE86C39}" destId="{F33AFEEB-17B3-44E5-BAB1-4903D64A7D99}" srcOrd="0" destOrd="0" presId="urn:microsoft.com/office/officeart/2005/8/layout/cycle6"/>
    <dgm:cxn modelId="{C64732CE-2A9E-4FE5-A481-8EABFDE7C984}" srcId="{B870DE0D-ACE5-4D83-AD79-ECB856F54B85}" destId="{89627927-73AF-4D9B-8CCD-80CA3F73DC56}" srcOrd="0" destOrd="0" parTransId="{5161D064-C7FB-4CDD-8678-B831E872DF9A}" sibTransId="{F81072CA-CFF7-4DEB-B0A3-D890FC6592E2}"/>
    <dgm:cxn modelId="{21A88CDD-568B-48D8-86DD-5D00E823CBFB}" type="presOf" srcId="{782A794A-6396-4DCD-A044-DD7FED029A04}" destId="{A07AF147-CC6F-4D89-94CF-D72101094FF1}" srcOrd="0" destOrd="0" presId="urn:microsoft.com/office/officeart/2005/8/layout/cycle6"/>
    <dgm:cxn modelId="{EE05E5EF-5933-4D73-B849-D4CD0EC6B907}" type="presOf" srcId="{D9413FF0-AA5E-4BE3-A1E9-4EFA383FC4EA}" destId="{5A370C90-4554-4A2A-8CD5-097C4CD737F2}" srcOrd="0" destOrd="0" presId="urn:microsoft.com/office/officeart/2005/8/layout/cycle6"/>
    <dgm:cxn modelId="{2B7CDBF4-5950-41CB-8B61-1D8F86FA4AD9}" srcId="{B870DE0D-ACE5-4D83-AD79-ECB856F54B85}" destId="{51C98FC1-9066-4257-845E-6085FC3C1B5C}" srcOrd="7" destOrd="0" parTransId="{1AE3BBE0-49BF-4EBF-B65D-29B3BE908B81}" sibTransId="{EF919207-CBBC-4CF8-917B-B0CCF9E09DF6}"/>
    <dgm:cxn modelId="{C01A8618-5D6A-481E-B309-1866B84AA513}" type="presParOf" srcId="{FF52EE2D-84A9-49EC-BE85-872F7417882F}" destId="{28B8E4AD-2182-4EB6-B10A-331A5315915E}" srcOrd="0" destOrd="0" presId="urn:microsoft.com/office/officeart/2005/8/layout/cycle6"/>
    <dgm:cxn modelId="{5E75778E-4E5E-4D1F-89AE-5C3C485EA44A}" type="presParOf" srcId="{FF52EE2D-84A9-49EC-BE85-872F7417882F}" destId="{EEEC1167-2F99-4484-8CD5-ACA1B53B0462}" srcOrd="1" destOrd="0" presId="urn:microsoft.com/office/officeart/2005/8/layout/cycle6"/>
    <dgm:cxn modelId="{0799E431-1E04-4D95-A9F6-F5FFC761B873}" type="presParOf" srcId="{FF52EE2D-84A9-49EC-BE85-872F7417882F}" destId="{B7731E6A-5CCD-43D7-AB23-8D6D7E36F6B2}" srcOrd="2" destOrd="0" presId="urn:microsoft.com/office/officeart/2005/8/layout/cycle6"/>
    <dgm:cxn modelId="{6D815501-363B-46F2-ABA6-F4AA35FACDE6}" type="presParOf" srcId="{FF52EE2D-84A9-49EC-BE85-872F7417882F}" destId="{9EB0C0DB-47CD-4A78-A121-F88A058FF4E6}" srcOrd="3" destOrd="0" presId="urn:microsoft.com/office/officeart/2005/8/layout/cycle6"/>
    <dgm:cxn modelId="{A3D813FC-4DC5-4D02-A2E8-B111367A307E}" type="presParOf" srcId="{FF52EE2D-84A9-49EC-BE85-872F7417882F}" destId="{565AFF92-03CA-4480-B6FD-AE93E8E611C3}" srcOrd="4" destOrd="0" presId="urn:microsoft.com/office/officeart/2005/8/layout/cycle6"/>
    <dgm:cxn modelId="{4FA96BEE-86A3-4AFF-AE2F-12C7A69DFF07}" type="presParOf" srcId="{FF52EE2D-84A9-49EC-BE85-872F7417882F}" destId="{A07AF147-CC6F-4D89-94CF-D72101094FF1}" srcOrd="5" destOrd="0" presId="urn:microsoft.com/office/officeart/2005/8/layout/cycle6"/>
    <dgm:cxn modelId="{4192532E-2D47-4FA3-9A1E-26B8E4941E00}" type="presParOf" srcId="{FF52EE2D-84A9-49EC-BE85-872F7417882F}" destId="{7D4A66AA-D52E-4C48-9EF1-1C94314CE81D}" srcOrd="6" destOrd="0" presId="urn:microsoft.com/office/officeart/2005/8/layout/cycle6"/>
    <dgm:cxn modelId="{06734C1B-6077-4469-8DF4-0190FE80A9D1}" type="presParOf" srcId="{FF52EE2D-84A9-49EC-BE85-872F7417882F}" destId="{119554A7-6544-46D8-919C-B460E72C1942}" srcOrd="7" destOrd="0" presId="urn:microsoft.com/office/officeart/2005/8/layout/cycle6"/>
    <dgm:cxn modelId="{24F7F760-D4D6-44AA-9B76-035294E7E5F3}" type="presParOf" srcId="{FF52EE2D-84A9-49EC-BE85-872F7417882F}" destId="{747A745D-72FC-46D1-8122-40EEC407D56F}" srcOrd="8" destOrd="0" presId="urn:microsoft.com/office/officeart/2005/8/layout/cycle6"/>
    <dgm:cxn modelId="{0EDF4F6F-A385-4C53-BA97-604932CCC2FA}" type="presParOf" srcId="{FF52EE2D-84A9-49EC-BE85-872F7417882F}" destId="{CE6FCE95-3F04-49AD-B109-0DFE7FF395DB}" srcOrd="9" destOrd="0" presId="urn:microsoft.com/office/officeart/2005/8/layout/cycle6"/>
    <dgm:cxn modelId="{1C9B3BBF-F45E-4EAB-9C33-EED8388973C8}" type="presParOf" srcId="{FF52EE2D-84A9-49EC-BE85-872F7417882F}" destId="{298DD2CF-7318-4E80-A180-F8D4DE758B73}" srcOrd="10" destOrd="0" presId="urn:microsoft.com/office/officeart/2005/8/layout/cycle6"/>
    <dgm:cxn modelId="{82481680-B7EC-4BA6-828A-49B64C24C5D2}" type="presParOf" srcId="{FF52EE2D-84A9-49EC-BE85-872F7417882F}" destId="{90959250-0137-47FE-8E57-6F6131EA36CA}" srcOrd="11" destOrd="0" presId="urn:microsoft.com/office/officeart/2005/8/layout/cycle6"/>
    <dgm:cxn modelId="{01C2C16A-12C4-4A21-85FF-EFF40CC01D8D}" type="presParOf" srcId="{FF52EE2D-84A9-49EC-BE85-872F7417882F}" destId="{45A44566-CBAD-4498-B82F-F1D24A60B940}" srcOrd="12" destOrd="0" presId="urn:microsoft.com/office/officeart/2005/8/layout/cycle6"/>
    <dgm:cxn modelId="{4F0F62B1-2346-486C-80CC-7D95F40D14CC}" type="presParOf" srcId="{FF52EE2D-84A9-49EC-BE85-872F7417882F}" destId="{BD018513-F3ED-482B-9DB3-EE4EF56133C3}" srcOrd="13" destOrd="0" presId="urn:microsoft.com/office/officeart/2005/8/layout/cycle6"/>
    <dgm:cxn modelId="{E9BF775B-AA6D-458A-9AA7-21EEDB89259A}" type="presParOf" srcId="{FF52EE2D-84A9-49EC-BE85-872F7417882F}" destId="{F33AFEEB-17B3-44E5-BAB1-4903D64A7D99}" srcOrd="14" destOrd="0" presId="urn:microsoft.com/office/officeart/2005/8/layout/cycle6"/>
    <dgm:cxn modelId="{2797CC19-3B7A-4B9C-B00B-57BC48B97257}" type="presParOf" srcId="{FF52EE2D-84A9-49EC-BE85-872F7417882F}" destId="{83F48014-1659-4802-9738-8C7AC6379AE0}" srcOrd="15" destOrd="0" presId="urn:microsoft.com/office/officeart/2005/8/layout/cycle6"/>
    <dgm:cxn modelId="{6434D362-8700-4B22-AF31-20623F67D5CA}" type="presParOf" srcId="{FF52EE2D-84A9-49EC-BE85-872F7417882F}" destId="{4F163133-E7C2-402E-A1C2-2454BB52DEC0}" srcOrd="16" destOrd="0" presId="urn:microsoft.com/office/officeart/2005/8/layout/cycle6"/>
    <dgm:cxn modelId="{8D461384-8FE9-412D-8789-E6588EC8094B}" type="presParOf" srcId="{FF52EE2D-84A9-49EC-BE85-872F7417882F}" destId="{5A370C90-4554-4A2A-8CD5-097C4CD737F2}" srcOrd="17" destOrd="0" presId="urn:microsoft.com/office/officeart/2005/8/layout/cycle6"/>
    <dgm:cxn modelId="{3B38CE2C-87E2-400D-911F-43E905DADACB}" type="presParOf" srcId="{FF52EE2D-84A9-49EC-BE85-872F7417882F}" destId="{CD471A22-3899-4E66-BA06-B05A66BF8AD8}" srcOrd="18" destOrd="0" presId="urn:microsoft.com/office/officeart/2005/8/layout/cycle6"/>
    <dgm:cxn modelId="{5ECB3017-AC51-4B3A-9617-938A074F36DD}" type="presParOf" srcId="{FF52EE2D-84A9-49EC-BE85-872F7417882F}" destId="{EBFA10B7-EEFE-4F08-8373-5FE03A0BBE09}" srcOrd="19" destOrd="0" presId="urn:microsoft.com/office/officeart/2005/8/layout/cycle6"/>
    <dgm:cxn modelId="{2E631DC6-4EBC-498C-9A14-FCBE8F0DA7C4}" type="presParOf" srcId="{FF52EE2D-84A9-49EC-BE85-872F7417882F}" destId="{01AEAD24-5E3A-4734-9CC9-0BC942866463}" srcOrd="20" destOrd="0" presId="urn:microsoft.com/office/officeart/2005/8/layout/cycle6"/>
    <dgm:cxn modelId="{360ECFBD-C4D5-4E5F-9768-FE975CC8963D}" type="presParOf" srcId="{FF52EE2D-84A9-49EC-BE85-872F7417882F}" destId="{4D63211E-E599-4F59-B09D-0706755F6F2A}" srcOrd="21" destOrd="0" presId="urn:microsoft.com/office/officeart/2005/8/layout/cycle6"/>
    <dgm:cxn modelId="{48A9A4C5-0FC3-4113-B0BF-6D75644855B4}" type="presParOf" srcId="{FF52EE2D-84A9-49EC-BE85-872F7417882F}" destId="{8EC1D141-6C62-4B25-ACF2-55276261A69C}" srcOrd="22" destOrd="0" presId="urn:microsoft.com/office/officeart/2005/8/layout/cycle6"/>
    <dgm:cxn modelId="{42457CBB-CC6E-4E0C-A0C4-0D1F81F94E96}" type="presParOf" srcId="{FF52EE2D-84A9-49EC-BE85-872F7417882F}" destId="{42D8E8C4-3C30-415E-A2B8-58C9FDF4C49B}" srcOrd="23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870DE0D-ACE5-4D83-AD79-ECB856F54B85}" type="doc">
      <dgm:prSet loTypeId="urn:microsoft.com/office/officeart/2005/8/layout/cycle6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l-PL"/>
        </a:p>
      </dgm:t>
    </dgm:pt>
    <dgm:pt modelId="{89627927-73AF-4D9B-8CCD-80CA3F73DC56}">
      <dgm:prSet phldrT="[Tekst]" phldr="1"/>
      <dgm:spPr/>
      <dgm:t>
        <a:bodyPr/>
        <a:lstStyle/>
        <a:p>
          <a:endParaRPr lang="pl-PL"/>
        </a:p>
      </dgm:t>
    </dgm:pt>
    <dgm:pt modelId="{5161D064-C7FB-4CDD-8678-B831E872DF9A}" type="parTrans" cxnId="{C64732CE-2A9E-4FE5-A481-8EABFDE7C984}">
      <dgm:prSet/>
      <dgm:spPr/>
      <dgm:t>
        <a:bodyPr/>
        <a:lstStyle/>
        <a:p>
          <a:endParaRPr lang="pl-PL"/>
        </a:p>
      </dgm:t>
    </dgm:pt>
    <dgm:pt modelId="{F81072CA-CFF7-4DEB-B0A3-D890FC6592E2}" type="sibTrans" cxnId="{C64732CE-2A9E-4FE5-A481-8EABFDE7C984}">
      <dgm:prSet/>
      <dgm:spPr/>
      <dgm:t>
        <a:bodyPr/>
        <a:lstStyle/>
        <a:p>
          <a:endParaRPr lang="pl-PL"/>
        </a:p>
      </dgm:t>
    </dgm:pt>
    <dgm:pt modelId="{CE7BE855-65C8-4B14-9D77-8199B927C010}">
      <dgm:prSet phldrT="[Tekst]" phldr="1"/>
      <dgm:spPr/>
      <dgm:t>
        <a:bodyPr/>
        <a:lstStyle/>
        <a:p>
          <a:endParaRPr lang="pl-PL"/>
        </a:p>
      </dgm:t>
    </dgm:pt>
    <dgm:pt modelId="{48A7C0E3-7B53-4DC7-B098-0315612FB790}" type="parTrans" cxnId="{9E288E8F-039B-4974-980C-0E6E2E1D8F1B}">
      <dgm:prSet/>
      <dgm:spPr/>
      <dgm:t>
        <a:bodyPr/>
        <a:lstStyle/>
        <a:p>
          <a:endParaRPr lang="pl-PL"/>
        </a:p>
      </dgm:t>
    </dgm:pt>
    <dgm:pt modelId="{782A794A-6396-4DCD-A044-DD7FED029A04}" type="sibTrans" cxnId="{9E288E8F-039B-4974-980C-0E6E2E1D8F1B}">
      <dgm:prSet/>
      <dgm:spPr/>
      <dgm:t>
        <a:bodyPr/>
        <a:lstStyle/>
        <a:p>
          <a:endParaRPr lang="pl-PL"/>
        </a:p>
      </dgm:t>
    </dgm:pt>
    <dgm:pt modelId="{6D004542-8FA6-4CEA-B4EA-A5097E066E25}">
      <dgm:prSet phldrT="[Tekst]" phldr="1"/>
      <dgm:spPr/>
      <dgm:t>
        <a:bodyPr/>
        <a:lstStyle/>
        <a:p>
          <a:endParaRPr lang="pl-PL"/>
        </a:p>
      </dgm:t>
    </dgm:pt>
    <dgm:pt modelId="{FC182DE4-5BF0-4DA1-B47E-E04A891227B2}" type="parTrans" cxnId="{E7BEEC80-380B-4C64-BF71-8C7E6C54711C}">
      <dgm:prSet/>
      <dgm:spPr/>
      <dgm:t>
        <a:bodyPr/>
        <a:lstStyle/>
        <a:p>
          <a:endParaRPr lang="pl-PL"/>
        </a:p>
      </dgm:t>
    </dgm:pt>
    <dgm:pt modelId="{4DF20EA8-69DA-4330-9D27-CD768594FF4B}" type="sibTrans" cxnId="{E7BEEC80-380B-4C64-BF71-8C7E6C54711C}">
      <dgm:prSet/>
      <dgm:spPr/>
      <dgm:t>
        <a:bodyPr/>
        <a:lstStyle/>
        <a:p>
          <a:endParaRPr lang="pl-PL"/>
        </a:p>
      </dgm:t>
    </dgm:pt>
    <dgm:pt modelId="{BA3C496C-0C48-4A49-9DF1-4FE849D45E38}">
      <dgm:prSet phldrT="[Tekst]" phldr="1"/>
      <dgm:spPr/>
      <dgm:t>
        <a:bodyPr/>
        <a:lstStyle/>
        <a:p>
          <a:endParaRPr lang="pl-PL"/>
        </a:p>
      </dgm:t>
    </dgm:pt>
    <dgm:pt modelId="{E0B62B09-5E67-4FBE-B630-FCBAF8C6A104}" type="parTrans" cxnId="{E472376E-179E-4E70-9834-326D691903F0}">
      <dgm:prSet/>
      <dgm:spPr/>
      <dgm:t>
        <a:bodyPr/>
        <a:lstStyle/>
        <a:p>
          <a:endParaRPr lang="pl-PL"/>
        </a:p>
      </dgm:t>
    </dgm:pt>
    <dgm:pt modelId="{1B7856EA-93D8-4866-9CBD-818C6D0EFFA3}" type="sibTrans" cxnId="{E472376E-179E-4E70-9834-326D691903F0}">
      <dgm:prSet/>
      <dgm:spPr/>
      <dgm:t>
        <a:bodyPr/>
        <a:lstStyle/>
        <a:p>
          <a:endParaRPr lang="pl-PL"/>
        </a:p>
      </dgm:t>
    </dgm:pt>
    <dgm:pt modelId="{3698598B-6C0D-4D7C-A5BA-FE059560D917}">
      <dgm:prSet phldrT="[Tekst]" phldr="1"/>
      <dgm:spPr/>
      <dgm:t>
        <a:bodyPr/>
        <a:lstStyle/>
        <a:p>
          <a:endParaRPr lang="pl-PL"/>
        </a:p>
      </dgm:t>
    </dgm:pt>
    <dgm:pt modelId="{7ACE6822-8EA7-4A38-A4D5-EF473EBE8BFA}" type="parTrans" cxnId="{AB85870A-B994-41F8-B61B-8CF3601C17E8}">
      <dgm:prSet/>
      <dgm:spPr/>
      <dgm:t>
        <a:bodyPr/>
        <a:lstStyle/>
        <a:p>
          <a:endParaRPr lang="pl-PL"/>
        </a:p>
      </dgm:t>
    </dgm:pt>
    <dgm:pt modelId="{0A951AEE-2C31-4C7A-88C6-8A886DE86C39}" type="sibTrans" cxnId="{AB85870A-B994-41F8-B61B-8CF3601C17E8}">
      <dgm:prSet/>
      <dgm:spPr/>
      <dgm:t>
        <a:bodyPr/>
        <a:lstStyle/>
        <a:p>
          <a:endParaRPr lang="pl-PL"/>
        </a:p>
      </dgm:t>
    </dgm:pt>
    <dgm:pt modelId="{C5334F8B-5427-4AC3-9801-556993DE1931}">
      <dgm:prSet/>
      <dgm:spPr/>
      <dgm:t>
        <a:bodyPr/>
        <a:lstStyle/>
        <a:p>
          <a:endParaRPr lang="pl-PL"/>
        </a:p>
      </dgm:t>
    </dgm:pt>
    <dgm:pt modelId="{FD618B98-D9DA-4C01-A134-31E0DB1F4DCB}" type="parTrans" cxnId="{4AC14C26-3634-4003-9C8E-5A036AE08FB3}">
      <dgm:prSet/>
      <dgm:spPr/>
      <dgm:t>
        <a:bodyPr/>
        <a:lstStyle/>
        <a:p>
          <a:endParaRPr lang="pl-PL"/>
        </a:p>
      </dgm:t>
    </dgm:pt>
    <dgm:pt modelId="{D9413FF0-AA5E-4BE3-A1E9-4EFA383FC4EA}" type="sibTrans" cxnId="{4AC14C26-3634-4003-9C8E-5A036AE08FB3}">
      <dgm:prSet/>
      <dgm:spPr/>
      <dgm:t>
        <a:bodyPr/>
        <a:lstStyle/>
        <a:p>
          <a:endParaRPr lang="pl-PL"/>
        </a:p>
      </dgm:t>
    </dgm:pt>
    <dgm:pt modelId="{3FD5CE0D-9C0A-4B18-9554-7AFE283D8690}">
      <dgm:prSet/>
      <dgm:spPr/>
      <dgm:t>
        <a:bodyPr/>
        <a:lstStyle/>
        <a:p>
          <a:endParaRPr lang="pl-PL"/>
        </a:p>
      </dgm:t>
    </dgm:pt>
    <dgm:pt modelId="{A46E208F-D387-4263-AAAD-450D6E0C46CC}" type="parTrans" cxnId="{00EB1D32-AF1B-4836-966B-7C49048361D3}">
      <dgm:prSet/>
      <dgm:spPr/>
      <dgm:t>
        <a:bodyPr/>
        <a:lstStyle/>
        <a:p>
          <a:endParaRPr lang="pl-PL"/>
        </a:p>
      </dgm:t>
    </dgm:pt>
    <dgm:pt modelId="{8B91459A-98CD-4183-97E5-33539FEBA51C}" type="sibTrans" cxnId="{00EB1D32-AF1B-4836-966B-7C49048361D3}">
      <dgm:prSet/>
      <dgm:spPr/>
      <dgm:t>
        <a:bodyPr/>
        <a:lstStyle/>
        <a:p>
          <a:endParaRPr lang="pl-PL"/>
        </a:p>
      </dgm:t>
    </dgm:pt>
    <dgm:pt modelId="{51C98FC1-9066-4257-845E-6085FC3C1B5C}">
      <dgm:prSet/>
      <dgm:spPr/>
      <dgm:t>
        <a:bodyPr/>
        <a:lstStyle/>
        <a:p>
          <a:endParaRPr lang="pl-PL"/>
        </a:p>
      </dgm:t>
    </dgm:pt>
    <dgm:pt modelId="{1AE3BBE0-49BF-4EBF-B65D-29B3BE908B81}" type="parTrans" cxnId="{2B7CDBF4-5950-41CB-8B61-1D8F86FA4AD9}">
      <dgm:prSet/>
      <dgm:spPr/>
      <dgm:t>
        <a:bodyPr/>
        <a:lstStyle/>
        <a:p>
          <a:endParaRPr lang="pl-PL"/>
        </a:p>
      </dgm:t>
    </dgm:pt>
    <dgm:pt modelId="{EF919207-CBBC-4CF8-917B-B0CCF9E09DF6}" type="sibTrans" cxnId="{2B7CDBF4-5950-41CB-8B61-1D8F86FA4AD9}">
      <dgm:prSet/>
      <dgm:spPr/>
      <dgm:t>
        <a:bodyPr/>
        <a:lstStyle/>
        <a:p>
          <a:endParaRPr lang="pl-PL"/>
        </a:p>
      </dgm:t>
    </dgm:pt>
    <dgm:pt modelId="{FF52EE2D-84A9-49EC-BE85-872F7417882F}" type="pres">
      <dgm:prSet presAssocID="{B870DE0D-ACE5-4D83-AD79-ECB856F54B85}" presName="cycle" presStyleCnt="0">
        <dgm:presLayoutVars>
          <dgm:dir/>
          <dgm:resizeHandles val="exact"/>
        </dgm:presLayoutVars>
      </dgm:prSet>
      <dgm:spPr/>
    </dgm:pt>
    <dgm:pt modelId="{28B8E4AD-2182-4EB6-B10A-331A5315915E}" type="pres">
      <dgm:prSet presAssocID="{89627927-73AF-4D9B-8CCD-80CA3F73DC56}" presName="node" presStyleLbl="node1" presStyleIdx="0" presStyleCnt="8">
        <dgm:presLayoutVars>
          <dgm:bulletEnabled val="1"/>
        </dgm:presLayoutVars>
      </dgm:prSet>
      <dgm:spPr/>
    </dgm:pt>
    <dgm:pt modelId="{EEEC1167-2F99-4484-8CD5-ACA1B53B0462}" type="pres">
      <dgm:prSet presAssocID="{89627927-73AF-4D9B-8CCD-80CA3F73DC56}" presName="spNode" presStyleCnt="0"/>
      <dgm:spPr/>
    </dgm:pt>
    <dgm:pt modelId="{B7731E6A-5CCD-43D7-AB23-8D6D7E36F6B2}" type="pres">
      <dgm:prSet presAssocID="{F81072CA-CFF7-4DEB-B0A3-D890FC6592E2}" presName="sibTrans" presStyleLbl="sibTrans1D1" presStyleIdx="0" presStyleCnt="8"/>
      <dgm:spPr/>
    </dgm:pt>
    <dgm:pt modelId="{9EB0C0DB-47CD-4A78-A121-F88A058FF4E6}" type="pres">
      <dgm:prSet presAssocID="{CE7BE855-65C8-4B14-9D77-8199B927C010}" presName="node" presStyleLbl="node1" presStyleIdx="1" presStyleCnt="8">
        <dgm:presLayoutVars>
          <dgm:bulletEnabled val="1"/>
        </dgm:presLayoutVars>
      </dgm:prSet>
      <dgm:spPr/>
    </dgm:pt>
    <dgm:pt modelId="{565AFF92-03CA-4480-B6FD-AE93E8E611C3}" type="pres">
      <dgm:prSet presAssocID="{CE7BE855-65C8-4B14-9D77-8199B927C010}" presName="spNode" presStyleCnt="0"/>
      <dgm:spPr/>
    </dgm:pt>
    <dgm:pt modelId="{A07AF147-CC6F-4D89-94CF-D72101094FF1}" type="pres">
      <dgm:prSet presAssocID="{782A794A-6396-4DCD-A044-DD7FED029A04}" presName="sibTrans" presStyleLbl="sibTrans1D1" presStyleIdx="1" presStyleCnt="8"/>
      <dgm:spPr/>
    </dgm:pt>
    <dgm:pt modelId="{7D4A66AA-D52E-4C48-9EF1-1C94314CE81D}" type="pres">
      <dgm:prSet presAssocID="{6D004542-8FA6-4CEA-B4EA-A5097E066E25}" presName="node" presStyleLbl="node1" presStyleIdx="2" presStyleCnt="8">
        <dgm:presLayoutVars>
          <dgm:bulletEnabled val="1"/>
        </dgm:presLayoutVars>
      </dgm:prSet>
      <dgm:spPr/>
    </dgm:pt>
    <dgm:pt modelId="{119554A7-6544-46D8-919C-B460E72C1942}" type="pres">
      <dgm:prSet presAssocID="{6D004542-8FA6-4CEA-B4EA-A5097E066E25}" presName="spNode" presStyleCnt="0"/>
      <dgm:spPr/>
    </dgm:pt>
    <dgm:pt modelId="{747A745D-72FC-46D1-8122-40EEC407D56F}" type="pres">
      <dgm:prSet presAssocID="{4DF20EA8-69DA-4330-9D27-CD768594FF4B}" presName="sibTrans" presStyleLbl="sibTrans1D1" presStyleIdx="2" presStyleCnt="8"/>
      <dgm:spPr/>
    </dgm:pt>
    <dgm:pt modelId="{CE6FCE95-3F04-49AD-B109-0DFE7FF395DB}" type="pres">
      <dgm:prSet presAssocID="{BA3C496C-0C48-4A49-9DF1-4FE849D45E38}" presName="node" presStyleLbl="node1" presStyleIdx="3" presStyleCnt="8">
        <dgm:presLayoutVars>
          <dgm:bulletEnabled val="1"/>
        </dgm:presLayoutVars>
      </dgm:prSet>
      <dgm:spPr/>
    </dgm:pt>
    <dgm:pt modelId="{298DD2CF-7318-4E80-A180-F8D4DE758B73}" type="pres">
      <dgm:prSet presAssocID="{BA3C496C-0C48-4A49-9DF1-4FE849D45E38}" presName="spNode" presStyleCnt="0"/>
      <dgm:spPr/>
    </dgm:pt>
    <dgm:pt modelId="{90959250-0137-47FE-8E57-6F6131EA36CA}" type="pres">
      <dgm:prSet presAssocID="{1B7856EA-93D8-4866-9CBD-818C6D0EFFA3}" presName="sibTrans" presStyleLbl="sibTrans1D1" presStyleIdx="3" presStyleCnt="8"/>
      <dgm:spPr/>
    </dgm:pt>
    <dgm:pt modelId="{45A44566-CBAD-4498-B82F-F1D24A60B940}" type="pres">
      <dgm:prSet presAssocID="{3698598B-6C0D-4D7C-A5BA-FE059560D917}" presName="node" presStyleLbl="node1" presStyleIdx="4" presStyleCnt="8">
        <dgm:presLayoutVars>
          <dgm:bulletEnabled val="1"/>
        </dgm:presLayoutVars>
      </dgm:prSet>
      <dgm:spPr/>
    </dgm:pt>
    <dgm:pt modelId="{BD018513-F3ED-482B-9DB3-EE4EF56133C3}" type="pres">
      <dgm:prSet presAssocID="{3698598B-6C0D-4D7C-A5BA-FE059560D917}" presName="spNode" presStyleCnt="0"/>
      <dgm:spPr/>
    </dgm:pt>
    <dgm:pt modelId="{F33AFEEB-17B3-44E5-BAB1-4903D64A7D99}" type="pres">
      <dgm:prSet presAssocID="{0A951AEE-2C31-4C7A-88C6-8A886DE86C39}" presName="sibTrans" presStyleLbl="sibTrans1D1" presStyleIdx="4" presStyleCnt="8"/>
      <dgm:spPr/>
    </dgm:pt>
    <dgm:pt modelId="{83F48014-1659-4802-9738-8C7AC6379AE0}" type="pres">
      <dgm:prSet presAssocID="{C5334F8B-5427-4AC3-9801-556993DE1931}" presName="node" presStyleLbl="node1" presStyleIdx="5" presStyleCnt="8">
        <dgm:presLayoutVars>
          <dgm:bulletEnabled val="1"/>
        </dgm:presLayoutVars>
      </dgm:prSet>
      <dgm:spPr/>
    </dgm:pt>
    <dgm:pt modelId="{4F163133-E7C2-402E-A1C2-2454BB52DEC0}" type="pres">
      <dgm:prSet presAssocID="{C5334F8B-5427-4AC3-9801-556993DE1931}" presName="spNode" presStyleCnt="0"/>
      <dgm:spPr/>
    </dgm:pt>
    <dgm:pt modelId="{5A370C90-4554-4A2A-8CD5-097C4CD737F2}" type="pres">
      <dgm:prSet presAssocID="{D9413FF0-AA5E-4BE3-A1E9-4EFA383FC4EA}" presName="sibTrans" presStyleLbl="sibTrans1D1" presStyleIdx="5" presStyleCnt="8"/>
      <dgm:spPr/>
    </dgm:pt>
    <dgm:pt modelId="{CD471A22-3899-4E66-BA06-B05A66BF8AD8}" type="pres">
      <dgm:prSet presAssocID="{3FD5CE0D-9C0A-4B18-9554-7AFE283D8690}" presName="node" presStyleLbl="node1" presStyleIdx="6" presStyleCnt="8">
        <dgm:presLayoutVars>
          <dgm:bulletEnabled val="1"/>
        </dgm:presLayoutVars>
      </dgm:prSet>
      <dgm:spPr/>
    </dgm:pt>
    <dgm:pt modelId="{EBFA10B7-EEFE-4F08-8373-5FE03A0BBE09}" type="pres">
      <dgm:prSet presAssocID="{3FD5CE0D-9C0A-4B18-9554-7AFE283D8690}" presName="spNode" presStyleCnt="0"/>
      <dgm:spPr/>
    </dgm:pt>
    <dgm:pt modelId="{01AEAD24-5E3A-4734-9CC9-0BC942866463}" type="pres">
      <dgm:prSet presAssocID="{8B91459A-98CD-4183-97E5-33539FEBA51C}" presName="sibTrans" presStyleLbl="sibTrans1D1" presStyleIdx="6" presStyleCnt="8"/>
      <dgm:spPr/>
    </dgm:pt>
    <dgm:pt modelId="{4D63211E-E599-4F59-B09D-0706755F6F2A}" type="pres">
      <dgm:prSet presAssocID="{51C98FC1-9066-4257-845E-6085FC3C1B5C}" presName="node" presStyleLbl="node1" presStyleIdx="7" presStyleCnt="8">
        <dgm:presLayoutVars>
          <dgm:bulletEnabled val="1"/>
        </dgm:presLayoutVars>
      </dgm:prSet>
      <dgm:spPr/>
    </dgm:pt>
    <dgm:pt modelId="{8EC1D141-6C62-4B25-ACF2-55276261A69C}" type="pres">
      <dgm:prSet presAssocID="{51C98FC1-9066-4257-845E-6085FC3C1B5C}" presName="spNode" presStyleCnt="0"/>
      <dgm:spPr/>
    </dgm:pt>
    <dgm:pt modelId="{42D8E8C4-3C30-415E-A2B8-58C9FDF4C49B}" type="pres">
      <dgm:prSet presAssocID="{EF919207-CBBC-4CF8-917B-B0CCF9E09DF6}" presName="sibTrans" presStyleLbl="sibTrans1D1" presStyleIdx="7" presStyleCnt="8"/>
      <dgm:spPr/>
    </dgm:pt>
  </dgm:ptLst>
  <dgm:cxnLst>
    <dgm:cxn modelId="{AB85870A-B994-41F8-B61B-8CF3601C17E8}" srcId="{B870DE0D-ACE5-4D83-AD79-ECB856F54B85}" destId="{3698598B-6C0D-4D7C-A5BA-FE059560D917}" srcOrd="4" destOrd="0" parTransId="{7ACE6822-8EA7-4A38-A4D5-EF473EBE8BFA}" sibTransId="{0A951AEE-2C31-4C7A-88C6-8A886DE86C39}"/>
    <dgm:cxn modelId="{83F71C18-111C-4A1A-9F45-FEEC4666ACE1}" type="presOf" srcId="{CE7BE855-65C8-4B14-9D77-8199B927C010}" destId="{9EB0C0DB-47CD-4A78-A121-F88A058FF4E6}" srcOrd="0" destOrd="0" presId="urn:microsoft.com/office/officeart/2005/8/layout/cycle6"/>
    <dgm:cxn modelId="{8845C91C-6F0D-4B16-9E7C-3A4C9FB966A1}" type="presOf" srcId="{6D004542-8FA6-4CEA-B4EA-A5097E066E25}" destId="{7D4A66AA-D52E-4C48-9EF1-1C94314CE81D}" srcOrd="0" destOrd="0" presId="urn:microsoft.com/office/officeart/2005/8/layout/cycle6"/>
    <dgm:cxn modelId="{4AC14C26-3634-4003-9C8E-5A036AE08FB3}" srcId="{B870DE0D-ACE5-4D83-AD79-ECB856F54B85}" destId="{C5334F8B-5427-4AC3-9801-556993DE1931}" srcOrd="5" destOrd="0" parTransId="{FD618B98-D9DA-4C01-A134-31E0DB1F4DCB}" sibTransId="{D9413FF0-AA5E-4BE3-A1E9-4EFA383FC4EA}"/>
    <dgm:cxn modelId="{07FF342A-FD3E-41BC-AD4D-F428336951F8}" type="presOf" srcId="{51C98FC1-9066-4257-845E-6085FC3C1B5C}" destId="{4D63211E-E599-4F59-B09D-0706755F6F2A}" srcOrd="0" destOrd="0" presId="urn:microsoft.com/office/officeart/2005/8/layout/cycle6"/>
    <dgm:cxn modelId="{00EB1D32-AF1B-4836-966B-7C49048361D3}" srcId="{B870DE0D-ACE5-4D83-AD79-ECB856F54B85}" destId="{3FD5CE0D-9C0A-4B18-9554-7AFE283D8690}" srcOrd="6" destOrd="0" parTransId="{A46E208F-D387-4263-AAAD-450D6E0C46CC}" sibTransId="{8B91459A-98CD-4183-97E5-33539FEBA51C}"/>
    <dgm:cxn modelId="{BA9AF332-C29E-4B0D-9E15-846214015916}" type="presOf" srcId="{3FD5CE0D-9C0A-4B18-9554-7AFE283D8690}" destId="{CD471A22-3899-4E66-BA06-B05A66BF8AD8}" srcOrd="0" destOrd="0" presId="urn:microsoft.com/office/officeart/2005/8/layout/cycle6"/>
    <dgm:cxn modelId="{C1A5023A-9F47-4E42-9225-688B9D00EC46}" type="presOf" srcId="{EF919207-CBBC-4CF8-917B-B0CCF9E09DF6}" destId="{42D8E8C4-3C30-415E-A2B8-58C9FDF4C49B}" srcOrd="0" destOrd="0" presId="urn:microsoft.com/office/officeart/2005/8/layout/cycle6"/>
    <dgm:cxn modelId="{9636E544-5194-48BC-9F6A-443F46631BC4}" type="presOf" srcId="{3698598B-6C0D-4D7C-A5BA-FE059560D917}" destId="{45A44566-CBAD-4498-B82F-F1D24A60B940}" srcOrd="0" destOrd="0" presId="urn:microsoft.com/office/officeart/2005/8/layout/cycle6"/>
    <dgm:cxn modelId="{4181BC6A-4C44-4D28-B4F6-2D4356BA3AD9}" type="presOf" srcId="{1B7856EA-93D8-4866-9CBD-818C6D0EFFA3}" destId="{90959250-0137-47FE-8E57-6F6131EA36CA}" srcOrd="0" destOrd="0" presId="urn:microsoft.com/office/officeart/2005/8/layout/cycle6"/>
    <dgm:cxn modelId="{E472376E-179E-4E70-9834-326D691903F0}" srcId="{B870DE0D-ACE5-4D83-AD79-ECB856F54B85}" destId="{BA3C496C-0C48-4A49-9DF1-4FE849D45E38}" srcOrd="3" destOrd="0" parTransId="{E0B62B09-5E67-4FBE-B630-FCBAF8C6A104}" sibTransId="{1B7856EA-93D8-4866-9CBD-818C6D0EFFA3}"/>
    <dgm:cxn modelId="{CDFBF172-80D4-46D8-9897-156FD6AC8F09}" type="presOf" srcId="{4DF20EA8-69DA-4330-9D27-CD768594FF4B}" destId="{747A745D-72FC-46D1-8122-40EEC407D56F}" srcOrd="0" destOrd="0" presId="urn:microsoft.com/office/officeart/2005/8/layout/cycle6"/>
    <dgm:cxn modelId="{CB23C773-3771-4CAA-9ADE-6D78A60FDF2E}" type="presOf" srcId="{8B91459A-98CD-4183-97E5-33539FEBA51C}" destId="{01AEAD24-5E3A-4734-9CC9-0BC942866463}" srcOrd="0" destOrd="0" presId="urn:microsoft.com/office/officeart/2005/8/layout/cycle6"/>
    <dgm:cxn modelId="{DC689179-1A00-4B96-9B0F-4D96A8A1C015}" type="presOf" srcId="{F81072CA-CFF7-4DEB-B0A3-D890FC6592E2}" destId="{B7731E6A-5CCD-43D7-AB23-8D6D7E36F6B2}" srcOrd="0" destOrd="0" presId="urn:microsoft.com/office/officeart/2005/8/layout/cycle6"/>
    <dgm:cxn modelId="{E7BEEC80-380B-4C64-BF71-8C7E6C54711C}" srcId="{B870DE0D-ACE5-4D83-AD79-ECB856F54B85}" destId="{6D004542-8FA6-4CEA-B4EA-A5097E066E25}" srcOrd="2" destOrd="0" parTransId="{FC182DE4-5BF0-4DA1-B47E-E04A891227B2}" sibTransId="{4DF20EA8-69DA-4330-9D27-CD768594FF4B}"/>
    <dgm:cxn modelId="{DBFFFF82-6E4E-435B-B52F-CA02BEE1C102}" type="presOf" srcId="{89627927-73AF-4D9B-8CCD-80CA3F73DC56}" destId="{28B8E4AD-2182-4EB6-B10A-331A5315915E}" srcOrd="0" destOrd="0" presId="urn:microsoft.com/office/officeart/2005/8/layout/cycle6"/>
    <dgm:cxn modelId="{F136D387-3A7C-445D-BE2B-89DD429860ED}" type="presOf" srcId="{B870DE0D-ACE5-4D83-AD79-ECB856F54B85}" destId="{FF52EE2D-84A9-49EC-BE85-872F7417882F}" srcOrd="0" destOrd="0" presId="urn:microsoft.com/office/officeart/2005/8/layout/cycle6"/>
    <dgm:cxn modelId="{9E288E8F-039B-4974-980C-0E6E2E1D8F1B}" srcId="{B870DE0D-ACE5-4D83-AD79-ECB856F54B85}" destId="{CE7BE855-65C8-4B14-9D77-8199B927C010}" srcOrd="1" destOrd="0" parTransId="{48A7C0E3-7B53-4DC7-B098-0315612FB790}" sibTransId="{782A794A-6396-4DCD-A044-DD7FED029A04}"/>
    <dgm:cxn modelId="{5FD35893-77BC-49A7-A885-8437ED62669B}" type="presOf" srcId="{BA3C496C-0C48-4A49-9DF1-4FE849D45E38}" destId="{CE6FCE95-3F04-49AD-B109-0DFE7FF395DB}" srcOrd="0" destOrd="0" presId="urn:microsoft.com/office/officeart/2005/8/layout/cycle6"/>
    <dgm:cxn modelId="{DD9E6F9D-D280-4C9E-B6ED-E71585CF9D0C}" type="presOf" srcId="{C5334F8B-5427-4AC3-9801-556993DE1931}" destId="{83F48014-1659-4802-9738-8C7AC6379AE0}" srcOrd="0" destOrd="0" presId="urn:microsoft.com/office/officeart/2005/8/layout/cycle6"/>
    <dgm:cxn modelId="{803FAFBD-960A-40AA-88EA-F21B78B71566}" type="presOf" srcId="{0A951AEE-2C31-4C7A-88C6-8A886DE86C39}" destId="{F33AFEEB-17B3-44E5-BAB1-4903D64A7D99}" srcOrd="0" destOrd="0" presId="urn:microsoft.com/office/officeart/2005/8/layout/cycle6"/>
    <dgm:cxn modelId="{C64732CE-2A9E-4FE5-A481-8EABFDE7C984}" srcId="{B870DE0D-ACE5-4D83-AD79-ECB856F54B85}" destId="{89627927-73AF-4D9B-8CCD-80CA3F73DC56}" srcOrd="0" destOrd="0" parTransId="{5161D064-C7FB-4CDD-8678-B831E872DF9A}" sibTransId="{F81072CA-CFF7-4DEB-B0A3-D890FC6592E2}"/>
    <dgm:cxn modelId="{21A88CDD-568B-48D8-86DD-5D00E823CBFB}" type="presOf" srcId="{782A794A-6396-4DCD-A044-DD7FED029A04}" destId="{A07AF147-CC6F-4D89-94CF-D72101094FF1}" srcOrd="0" destOrd="0" presId="urn:microsoft.com/office/officeart/2005/8/layout/cycle6"/>
    <dgm:cxn modelId="{EE05E5EF-5933-4D73-B849-D4CD0EC6B907}" type="presOf" srcId="{D9413FF0-AA5E-4BE3-A1E9-4EFA383FC4EA}" destId="{5A370C90-4554-4A2A-8CD5-097C4CD737F2}" srcOrd="0" destOrd="0" presId="urn:microsoft.com/office/officeart/2005/8/layout/cycle6"/>
    <dgm:cxn modelId="{2B7CDBF4-5950-41CB-8B61-1D8F86FA4AD9}" srcId="{B870DE0D-ACE5-4D83-AD79-ECB856F54B85}" destId="{51C98FC1-9066-4257-845E-6085FC3C1B5C}" srcOrd="7" destOrd="0" parTransId="{1AE3BBE0-49BF-4EBF-B65D-29B3BE908B81}" sibTransId="{EF919207-CBBC-4CF8-917B-B0CCF9E09DF6}"/>
    <dgm:cxn modelId="{C01A8618-5D6A-481E-B309-1866B84AA513}" type="presParOf" srcId="{FF52EE2D-84A9-49EC-BE85-872F7417882F}" destId="{28B8E4AD-2182-4EB6-B10A-331A5315915E}" srcOrd="0" destOrd="0" presId="urn:microsoft.com/office/officeart/2005/8/layout/cycle6"/>
    <dgm:cxn modelId="{5E75778E-4E5E-4D1F-89AE-5C3C485EA44A}" type="presParOf" srcId="{FF52EE2D-84A9-49EC-BE85-872F7417882F}" destId="{EEEC1167-2F99-4484-8CD5-ACA1B53B0462}" srcOrd="1" destOrd="0" presId="urn:microsoft.com/office/officeart/2005/8/layout/cycle6"/>
    <dgm:cxn modelId="{0799E431-1E04-4D95-A9F6-F5FFC761B873}" type="presParOf" srcId="{FF52EE2D-84A9-49EC-BE85-872F7417882F}" destId="{B7731E6A-5CCD-43D7-AB23-8D6D7E36F6B2}" srcOrd="2" destOrd="0" presId="urn:microsoft.com/office/officeart/2005/8/layout/cycle6"/>
    <dgm:cxn modelId="{6D815501-363B-46F2-ABA6-F4AA35FACDE6}" type="presParOf" srcId="{FF52EE2D-84A9-49EC-BE85-872F7417882F}" destId="{9EB0C0DB-47CD-4A78-A121-F88A058FF4E6}" srcOrd="3" destOrd="0" presId="urn:microsoft.com/office/officeart/2005/8/layout/cycle6"/>
    <dgm:cxn modelId="{A3D813FC-4DC5-4D02-A2E8-B111367A307E}" type="presParOf" srcId="{FF52EE2D-84A9-49EC-BE85-872F7417882F}" destId="{565AFF92-03CA-4480-B6FD-AE93E8E611C3}" srcOrd="4" destOrd="0" presId="urn:microsoft.com/office/officeart/2005/8/layout/cycle6"/>
    <dgm:cxn modelId="{4FA96BEE-86A3-4AFF-AE2F-12C7A69DFF07}" type="presParOf" srcId="{FF52EE2D-84A9-49EC-BE85-872F7417882F}" destId="{A07AF147-CC6F-4D89-94CF-D72101094FF1}" srcOrd="5" destOrd="0" presId="urn:microsoft.com/office/officeart/2005/8/layout/cycle6"/>
    <dgm:cxn modelId="{4192532E-2D47-4FA3-9A1E-26B8E4941E00}" type="presParOf" srcId="{FF52EE2D-84A9-49EC-BE85-872F7417882F}" destId="{7D4A66AA-D52E-4C48-9EF1-1C94314CE81D}" srcOrd="6" destOrd="0" presId="urn:microsoft.com/office/officeart/2005/8/layout/cycle6"/>
    <dgm:cxn modelId="{06734C1B-6077-4469-8DF4-0190FE80A9D1}" type="presParOf" srcId="{FF52EE2D-84A9-49EC-BE85-872F7417882F}" destId="{119554A7-6544-46D8-919C-B460E72C1942}" srcOrd="7" destOrd="0" presId="urn:microsoft.com/office/officeart/2005/8/layout/cycle6"/>
    <dgm:cxn modelId="{24F7F760-D4D6-44AA-9B76-035294E7E5F3}" type="presParOf" srcId="{FF52EE2D-84A9-49EC-BE85-872F7417882F}" destId="{747A745D-72FC-46D1-8122-40EEC407D56F}" srcOrd="8" destOrd="0" presId="urn:microsoft.com/office/officeart/2005/8/layout/cycle6"/>
    <dgm:cxn modelId="{0EDF4F6F-A385-4C53-BA97-604932CCC2FA}" type="presParOf" srcId="{FF52EE2D-84A9-49EC-BE85-872F7417882F}" destId="{CE6FCE95-3F04-49AD-B109-0DFE7FF395DB}" srcOrd="9" destOrd="0" presId="urn:microsoft.com/office/officeart/2005/8/layout/cycle6"/>
    <dgm:cxn modelId="{1C9B3BBF-F45E-4EAB-9C33-EED8388973C8}" type="presParOf" srcId="{FF52EE2D-84A9-49EC-BE85-872F7417882F}" destId="{298DD2CF-7318-4E80-A180-F8D4DE758B73}" srcOrd="10" destOrd="0" presId="urn:microsoft.com/office/officeart/2005/8/layout/cycle6"/>
    <dgm:cxn modelId="{82481680-B7EC-4BA6-828A-49B64C24C5D2}" type="presParOf" srcId="{FF52EE2D-84A9-49EC-BE85-872F7417882F}" destId="{90959250-0137-47FE-8E57-6F6131EA36CA}" srcOrd="11" destOrd="0" presId="urn:microsoft.com/office/officeart/2005/8/layout/cycle6"/>
    <dgm:cxn modelId="{01C2C16A-12C4-4A21-85FF-EFF40CC01D8D}" type="presParOf" srcId="{FF52EE2D-84A9-49EC-BE85-872F7417882F}" destId="{45A44566-CBAD-4498-B82F-F1D24A60B940}" srcOrd="12" destOrd="0" presId="urn:microsoft.com/office/officeart/2005/8/layout/cycle6"/>
    <dgm:cxn modelId="{4F0F62B1-2346-486C-80CC-7D95F40D14CC}" type="presParOf" srcId="{FF52EE2D-84A9-49EC-BE85-872F7417882F}" destId="{BD018513-F3ED-482B-9DB3-EE4EF56133C3}" srcOrd="13" destOrd="0" presId="urn:microsoft.com/office/officeart/2005/8/layout/cycle6"/>
    <dgm:cxn modelId="{E9BF775B-AA6D-458A-9AA7-21EEDB89259A}" type="presParOf" srcId="{FF52EE2D-84A9-49EC-BE85-872F7417882F}" destId="{F33AFEEB-17B3-44E5-BAB1-4903D64A7D99}" srcOrd="14" destOrd="0" presId="urn:microsoft.com/office/officeart/2005/8/layout/cycle6"/>
    <dgm:cxn modelId="{2797CC19-3B7A-4B9C-B00B-57BC48B97257}" type="presParOf" srcId="{FF52EE2D-84A9-49EC-BE85-872F7417882F}" destId="{83F48014-1659-4802-9738-8C7AC6379AE0}" srcOrd="15" destOrd="0" presId="urn:microsoft.com/office/officeart/2005/8/layout/cycle6"/>
    <dgm:cxn modelId="{6434D362-8700-4B22-AF31-20623F67D5CA}" type="presParOf" srcId="{FF52EE2D-84A9-49EC-BE85-872F7417882F}" destId="{4F163133-E7C2-402E-A1C2-2454BB52DEC0}" srcOrd="16" destOrd="0" presId="urn:microsoft.com/office/officeart/2005/8/layout/cycle6"/>
    <dgm:cxn modelId="{8D461384-8FE9-412D-8789-E6588EC8094B}" type="presParOf" srcId="{FF52EE2D-84A9-49EC-BE85-872F7417882F}" destId="{5A370C90-4554-4A2A-8CD5-097C4CD737F2}" srcOrd="17" destOrd="0" presId="urn:microsoft.com/office/officeart/2005/8/layout/cycle6"/>
    <dgm:cxn modelId="{3B38CE2C-87E2-400D-911F-43E905DADACB}" type="presParOf" srcId="{FF52EE2D-84A9-49EC-BE85-872F7417882F}" destId="{CD471A22-3899-4E66-BA06-B05A66BF8AD8}" srcOrd="18" destOrd="0" presId="urn:microsoft.com/office/officeart/2005/8/layout/cycle6"/>
    <dgm:cxn modelId="{5ECB3017-AC51-4B3A-9617-938A074F36DD}" type="presParOf" srcId="{FF52EE2D-84A9-49EC-BE85-872F7417882F}" destId="{EBFA10B7-EEFE-4F08-8373-5FE03A0BBE09}" srcOrd="19" destOrd="0" presId="urn:microsoft.com/office/officeart/2005/8/layout/cycle6"/>
    <dgm:cxn modelId="{2E631DC6-4EBC-498C-9A14-FCBE8F0DA7C4}" type="presParOf" srcId="{FF52EE2D-84A9-49EC-BE85-872F7417882F}" destId="{01AEAD24-5E3A-4734-9CC9-0BC942866463}" srcOrd="20" destOrd="0" presId="urn:microsoft.com/office/officeart/2005/8/layout/cycle6"/>
    <dgm:cxn modelId="{360ECFBD-C4D5-4E5F-9768-FE975CC8963D}" type="presParOf" srcId="{FF52EE2D-84A9-49EC-BE85-872F7417882F}" destId="{4D63211E-E599-4F59-B09D-0706755F6F2A}" srcOrd="21" destOrd="0" presId="urn:microsoft.com/office/officeart/2005/8/layout/cycle6"/>
    <dgm:cxn modelId="{48A9A4C5-0FC3-4113-B0BF-6D75644855B4}" type="presParOf" srcId="{FF52EE2D-84A9-49EC-BE85-872F7417882F}" destId="{8EC1D141-6C62-4B25-ACF2-55276261A69C}" srcOrd="22" destOrd="0" presId="urn:microsoft.com/office/officeart/2005/8/layout/cycle6"/>
    <dgm:cxn modelId="{42457CBB-CC6E-4E0C-A0C4-0D1F81F94E96}" type="presParOf" srcId="{FF52EE2D-84A9-49EC-BE85-872F7417882F}" destId="{42D8E8C4-3C30-415E-A2B8-58C9FDF4C49B}" srcOrd="23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9F32430-5C12-4443-862C-8F26E4A6776D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0"/>
      <dgm:spPr/>
      <dgm:t>
        <a:bodyPr/>
        <a:lstStyle/>
        <a:p>
          <a:endParaRPr lang="pl-PL"/>
        </a:p>
      </dgm:t>
    </dgm:pt>
    <dgm:pt modelId="{7DF59165-3914-4FD4-B475-8582BE848CDC}">
      <dgm:prSet phldrT="[Tekst]" phldr="1"/>
      <dgm:spPr/>
      <dgm:t>
        <a:bodyPr/>
        <a:lstStyle/>
        <a:p>
          <a:endParaRPr lang="pl-PL"/>
        </a:p>
      </dgm:t>
    </dgm:pt>
    <dgm:pt modelId="{6BC43482-A9D2-4276-98C8-1EF60C4829B2}" type="parTrans" cxnId="{AE5E7B5F-F70B-4ADC-8349-7D5B8349FB18}">
      <dgm:prSet/>
      <dgm:spPr/>
      <dgm:t>
        <a:bodyPr/>
        <a:lstStyle/>
        <a:p>
          <a:endParaRPr lang="pl-PL"/>
        </a:p>
      </dgm:t>
    </dgm:pt>
    <dgm:pt modelId="{164D3279-CBC2-464C-860E-9E35CAE6B6FB}" type="sibTrans" cxnId="{AE5E7B5F-F70B-4ADC-8349-7D5B8349FB18}">
      <dgm:prSet/>
      <dgm:spPr/>
      <dgm:t>
        <a:bodyPr/>
        <a:lstStyle/>
        <a:p>
          <a:endParaRPr lang="pl-PL"/>
        </a:p>
      </dgm:t>
    </dgm:pt>
    <dgm:pt modelId="{821EE85F-FAE1-489B-9C87-09B0F24073EF}">
      <dgm:prSet phldrT="[Tekst]" phldr="1"/>
      <dgm:spPr/>
      <dgm:t>
        <a:bodyPr/>
        <a:lstStyle/>
        <a:p>
          <a:endParaRPr lang="pl-PL"/>
        </a:p>
      </dgm:t>
    </dgm:pt>
    <dgm:pt modelId="{98282F03-FF50-4AAF-A64F-BB1E6E588ADE}" type="parTrans" cxnId="{CA985BA6-BE65-4E50-A063-CE484F124DA3}">
      <dgm:prSet/>
      <dgm:spPr/>
      <dgm:t>
        <a:bodyPr/>
        <a:lstStyle/>
        <a:p>
          <a:endParaRPr lang="pl-PL"/>
        </a:p>
      </dgm:t>
    </dgm:pt>
    <dgm:pt modelId="{C5BF564D-4665-45DF-8711-079C8937BB11}" type="sibTrans" cxnId="{CA985BA6-BE65-4E50-A063-CE484F124DA3}">
      <dgm:prSet/>
      <dgm:spPr/>
      <dgm:t>
        <a:bodyPr/>
        <a:lstStyle/>
        <a:p>
          <a:endParaRPr lang="pl-PL"/>
        </a:p>
      </dgm:t>
    </dgm:pt>
    <dgm:pt modelId="{09D9A84E-A605-4157-8E6A-2885F97EFA03}">
      <dgm:prSet phldrT="[Tekst]" phldr="1"/>
      <dgm:spPr/>
      <dgm:t>
        <a:bodyPr/>
        <a:lstStyle/>
        <a:p>
          <a:endParaRPr lang="pl-PL"/>
        </a:p>
      </dgm:t>
    </dgm:pt>
    <dgm:pt modelId="{353F31B1-4F59-4F52-8715-BA8B5B45EE9C}" type="parTrans" cxnId="{5ED8CB1D-FB1B-40F0-89F3-C6F12F055978}">
      <dgm:prSet/>
      <dgm:spPr/>
      <dgm:t>
        <a:bodyPr/>
        <a:lstStyle/>
        <a:p>
          <a:endParaRPr lang="pl-PL"/>
        </a:p>
      </dgm:t>
    </dgm:pt>
    <dgm:pt modelId="{BB4F0435-140C-4C7B-91C6-B54D62DDD58F}" type="sibTrans" cxnId="{5ED8CB1D-FB1B-40F0-89F3-C6F12F055978}">
      <dgm:prSet/>
      <dgm:spPr/>
      <dgm:t>
        <a:bodyPr/>
        <a:lstStyle/>
        <a:p>
          <a:endParaRPr lang="pl-PL"/>
        </a:p>
      </dgm:t>
    </dgm:pt>
    <dgm:pt modelId="{972DC34B-84ED-47A1-A4D3-46644339CE2F}">
      <dgm:prSet phldrT="[Tekst]" phldr="1"/>
      <dgm:spPr/>
      <dgm:t>
        <a:bodyPr/>
        <a:lstStyle/>
        <a:p>
          <a:endParaRPr lang="pl-PL"/>
        </a:p>
      </dgm:t>
    </dgm:pt>
    <dgm:pt modelId="{0C7DC109-61A3-485E-B5AD-FD2815353BF8}" type="parTrans" cxnId="{5995D12D-2E53-4074-A057-BF490147113E}">
      <dgm:prSet/>
      <dgm:spPr/>
      <dgm:t>
        <a:bodyPr/>
        <a:lstStyle/>
        <a:p>
          <a:endParaRPr lang="pl-PL"/>
        </a:p>
      </dgm:t>
    </dgm:pt>
    <dgm:pt modelId="{496736D9-04D8-4ECA-BDA1-FB845C5D13E1}" type="sibTrans" cxnId="{5995D12D-2E53-4074-A057-BF490147113E}">
      <dgm:prSet/>
      <dgm:spPr/>
      <dgm:t>
        <a:bodyPr/>
        <a:lstStyle/>
        <a:p>
          <a:endParaRPr lang="pl-PL"/>
        </a:p>
      </dgm:t>
    </dgm:pt>
    <dgm:pt modelId="{444B6681-094A-45E0-9FA5-25DCD00F9EA5}">
      <dgm:prSet phldrT="[Tekst]" phldr="1"/>
      <dgm:spPr/>
      <dgm:t>
        <a:bodyPr/>
        <a:lstStyle/>
        <a:p>
          <a:endParaRPr lang="pl-PL"/>
        </a:p>
      </dgm:t>
    </dgm:pt>
    <dgm:pt modelId="{70212E29-1E38-4428-9E8A-09F5422AC41E}" type="parTrans" cxnId="{F4044519-8E99-4543-9B4D-480627BA00B0}">
      <dgm:prSet/>
      <dgm:spPr/>
      <dgm:t>
        <a:bodyPr/>
        <a:lstStyle/>
        <a:p>
          <a:endParaRPr lang="pl-PL"/>
        </a:p>
      </dgm:t>
    </dgm:pt>
    <dgm:pt modelId="{811E5B26-320D-48CA-B6FD-7CB4D632C4E7}" type="sibTrans" cxnId="{F4044519-8E99-4543-9B4D-480627BA00B0}">
      <dgm:prSet/>
      <dgm:spPr/>
      <dgm:t>
        <a:bodyPr/>
        <a:lstStyle/>
        <a:p>
          <a:endParaRPr lang="pl-PL"/>
        </a:p>
      </dgm:t>
    </dgm:pt>
    <dgm:pt modelId="{D6D0CB16-9121-4106-9BDA-0C9ED8117145}">
      <dgm:prSet phldrT="[Tekst]" phldr="1"/>
      <dgm:spPr/>
      <dgm:t>
        <a:bodyPr/>
        <a:lstStyle/>
        <a:p>
          <a:endParaRPr lang="pl-PL"/>
        </a:p>
      </dgm:t>
    </dgm:pt>
    <dgm:pt modelId="{AC2B0A3B-52D0-4700-8EAB-9B23985144F3}" type="parTrans" cxnId="{2F572D25-32B9-4574-8889-BB3EBF052B77}">
      <dgm:prSet/>
      <dgm:spPr/>
      <dgm:t>
        <a:bodyPr/>
        <a:lstStyle/>
        <a:p>
          <a:endParaRPr lang="pl-PL"/>
        </a:p>
      </dgm:t>
    </dgm:pt>
    <dgm:pt modelId="{B601C346-8848-488C-9087-DB01885A540C}" type="sibTrans" cxnId="{2F572D25-32B9-4574-8889-BB3EBF052B77}">
      <dgm:prSet/>
      <dgm:spPr/>
      <dgm:t>
        <a:bodyPr/>
        <a:lstStyle/>
        <a:p>
          <a:endParaRPr lang="pl-PL"/>
        </a:p>
      </dgm:t>
    </dgm:pt>
    <dgm:pt modelId="{04BB162B-C967-444E-B3E1-B47D677D19DF}" type="pres">
      <dgm:prSet presAssocID="{09F32430-5C12-4443-862C-8F26E4A6776D}" presName="Name0" presStyleCnt="0">
        <dgm:presLayoutVars>
          <dgm:chMax/>
          <dgm:chPref/>
          <dgm:dir/>
          <dgm:animLvl val="lvl"/>
        </dgm:presLayoutVars>
      </dgm:prSet>
      <dgm:spPr/>
    </dgm:pt>
    <dgm:pt modelId="{BA470D3D-E75F-4F5A-BBF7-2E15D01E9743}" type="pres">
      <dgm:prSet presAssocID="{7DF59165-3914-4FD4-B475-8582BE848CDC}" presName="composite" presStyleCnt="0"/>
      <dgm:spPr/>
    </dgm:pt>
    <dgm:pt modelId="{58632193-6512-4E94-9734-2C8CFEADC4D3}" type="pres">
      <dgm:prSet presAssocID="{7DF59165-3914-4FD4-B475-8582BE848CDC}" presName="Parent1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BAA0772C-C7AC-4E4D-98B7-1AB10FED1C80}" type="pres">
      <dgm:prSet presAssocID="{7DF59165-3914-4FD4-B475-8582BE848CDC}" presName="Childtext1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28CD2F5B-5944-4529-B128-7AF07E07A7F6}" type="pres">
      <dgm:prSet presAssocID="{7DF59165-3914-4FD4-B475-8582BE848CDC}" presName="BalanceSpacing" presStyleCnt="0"/>
      <dgm:spPr/>
    </dgm:pt>
    <dgm:pt modelId="{366BE527-9891-4637-A4C8-EE2651A26A0F}" type="pres">
      <dgm:prSet presAssocID="{7DF59165-3914-4FD4-B475-8582BE848CDC}" presName="BalanceSpacing1" presStyleCnt="0"/>
      <dgm:spPr/>
    </dgm:pt>
    <dgm:pt modelId="{83871B8D-4CDB-4664-93B7-5240019E194D}" type="pres">
      <dgm:prSet presAssocID="{164D3279-CBC2-464C-860E-9E35CAE6B6FB}" presName="Accent1Text" presStyleLbl="node1" presStyleIdx="1" presStyleCnt="6"/>
      <dgm:spPr/>
    </dgm:pt>
    <dgm:pt modelId="{8973C15B-91C3-448E-8667-B59AF937DE06}" type="pres">
      <dgm:prSet presAssocID="{164D3279-CBC2-464C-860E-9E35CAE6B6FB}" presName="spaceBetweenRectangles" presStyleCnt="0"/>
      <dgm:spPr/>
    </dgm:pt>
    <dgm:pt modelId="{90361275-C59C-40EB-A92E-8170B8DB54E3}" type="pres">
      <dgm:prSet presAssocID="{09D9A84E-A605-4157-8E6A-2885F97EFA03}" presName="composite" presStyleCnt="0"/>
      <dgm:spPr/>
    </dgm:pt>
    <dgm:pt modelId="{BAE4F61E-C2D8-428D-9E5C-C8D8322A4190}" type="pres">
      <dgm:prSet presAssocID="{09D9A84E-A605-4157-8E6A-2885F97EFA03}" presName="Parent1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74BB7636-4795-4604-84D5-265E89579914}" type="pres">
      <dgm:prSet presAssocID="{09D9A84E-A605-4157-8E6A-2885F97EFA03}" presName="Childtext1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F2E04DEC-02B0-4C00-BA0C-A7201145C7E3}" type="pres">
      <dgm:prSet presAssocID="{09D9A84E-A605-4157-8E6A-2885F97EFA03}" presName="BalanceSpacing" presStyleCnt="0"/>
      <dgm:spPr/>
    </dgm:pt>
    <dgm:pt modelId="{AC86226F-D267-4DFA-94BA-4D97611D12D9}" type="pres">
      <dgm:prSet presAssocID="{09D9A84E-A605-4157-8E6A-2885F97EFA03}" presName="BalanceSpacing1" presStyleCnt="0"/>
      <dgm:spPr/>
    </dgm:pt>
    <dgm:pt modelId="{BCAE4CE2-0E5A-469A-AC79-E6F242F94877}" type="pres">
      <dgm:prSet presAssocID="{BB4F0435-140C-4C7B-91C6-B54D62DDD58F}" presName="Accent1Text" presStyleLbl="node1" presStyleIdx="3" presStyleCnt="6"/>
      <dgm:spPr/>
    </dgm:pt>
    <dgm:pt modelId="{FC856F5A-C786-4AD4-9417-2D153CD9FE5A}" type="pres">
      <dgm:prSet presAssocID="{BB4F0435-140C-4C7B-91C6-B54D62DDD58F}" presName="spaceBetweenRectangles" presStyleCnt="0"/>
      <dgm:spPr/>
    </dgm:pt>
    <dgm:pt modelId="{7F8B913A-0110-424C-85D0-47A1F8352902}" type="pres">
      <dgm:prSet presAssocID="{444B6681-094A-45E0-9FA5-25DCD00F9EA5}" presName="composite" presStyleCnt="0"/>
      <dgm:spPr/>
    </dgm:pt>
    <dgm:pt modelId="{F10A6278-1FAF-4275-BFF9-3F1DFAF82732}" type="pres">
      <dgm:prSet presAssocID="{444B6681-094A-45E0-9FA5-25DCD00F9EA5}" presName="Parent1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618F7D9E-C844-44AA-AED5-5A9B113B3291}" type="pres">
      <dgm:prSet presAssocID="{444B6681-094A-45E0-9FA5-25DCD00F9EA5}" presName="Childtext1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5B863F63-744B-4E60-A2D3-B9F19CE42F1B}" type="pres">
      <dgm:prSet presAssocID="{444B6681-094A-45E0-9FA5-25DCD00F9EA5}" presName="BalanceSpacing" presStyleCnt="0"/>
      <dgm:spPr/>
    </dgm:pt>
    <dgm:pt modelId="{C8D19E88-6188-4C35-A277-4A4F30D2DBF1}" type="pres">
      <dgm:prSet presAssocID="{444B6681-094A-45E0-9FA5-25DCD00F9EA5}" presName="BalanceSpacing1" presStyleCnt="0"/>
      <dgm:spPr/>
    </dgm:pt>
    <dgm:pt modelId="{20E2E630-A819-4E0B-8A84-F111F73AF00C}" type="pres">
      <dgm:prSet presAssocID="{811E5B26-320D-48CA-B6FD-7CB4D632C4E7}" presName="Accent1Text" presStyleLbl="node1" presStyleIdx="5" presStyleCnt="6"/>
      <dgm:spPr/>
    </dgm:pt>
  </dgm:ptLst>
  <dgm:cxnLst>
    <dgm:cxn modelId="{EBB2B514-7FBB-45DA-9F8D-83050461A11D}" type="presOf" srcId="{164D3279-CBC2-464C-860E-9E35CAE6B6FB}" destId="{83871B8D-4CDB-4664-93B7-5240019E194D}" srcOrd="0" destOrd="0" presId="urn:microsoft.com/office/officeart/2008/layout/AlternatingHexagons"/>
    <dgm:cxn modelId="{F4044519-8E99-4543-9B4D-480627BA00B0}" srcId="{09F32430-5C12-4443-862C-8F26E4A6776D}" destId="{444B6681-094A-45E0-9FA5-25DCD00F9EA5}" srcOrd="2" destOrd="0" parTransId="{70212E29-1E38-4428-9E8A-09F5422AC41E}" sibTransId="{811E5B26-320D-48CA-B6FD-7CB4D632C4E7}"/>
    <dgm:cxn modelId="{5ED8CB1D-FB1B-40F0-89F3-C6F12F055978}" srcId="{09F32430-5C12-4443-862C-8F26E4A6776D}" destId="{09D9A84E-A605-4157-8E6A-2885F97EFA03}" srcOrd="1" destOrd="0" parTransId="{353F31B1-4F59-4F52-8715-BA8B5B45EE9C}" sibTransId="{BB4F0435-140C-4C7B-91C6-B54D62DDD58F}"/>
    <dgm:cxn modelId="{933F1B25-14AB-4EBA-87DE-FFCA35CA8BE8}" type="presOf" srcId="{972DC34B-84ED-47A1-A4D3-46644339CE2F}" destId="{74BB7636-4795-4604-84D5-265E89579914}" srcOrd="0" destOrd="0" presId="urn:microsoft.com/office/officeart/2008/layout/AlternatingHexagons"/>
    <dgm:cxn modelId="{2F572D25-32B9-4574-8889-BB3EBF052B77}" srcId="{444B6681-094A-45E0-9FA5-25DCD00F9EA5}" destId="{D6D0CB16-9121-4106-9BDA-0C9ED8117145}" srcOrd="0" destOrd="0" parTransId="{AC2B0A3B-52D0-4700-8EAB-9B23985144F3}" sibTransId="{B601C346-8848-488C-9087-DB01885A540C}"/>
    <dgm:cxn modelId="{B1A9DE27-6305-4A56-9E05-664F5188CFB3}" type="presOf" srcId="{09F32430-5C12-4443-862C-8F26E4A6776D}" destId="{04BB162B-C967-444E-B3E1-B47D677D19DF}" srcOrd="0" destOrd="0" presId="urn:microsoft.com/office/officeart/2008/layout/AlternatingHexagons"/>
    <dgm:cxn modelId="{5995D12D-2E53-4074-A057-BF490147113E}" srcId="{09D9A84E-A605-4157-8E6A-2885F97EFA03}" destId="{972DC34B-84ED-47A1-A4D3-46644339CE2F}" srcOrd="0" destOrd="0" parTransId="{0C7DC109-61A3-485E-B5AD-FD2815353BF8}" sibTransId="{496736D9-04D8-4ECA-BDA1-FB845C5D13E1}"/>
    <dgm:cxn modelId="{C6622935-F886-4393-B05C-8970317C0C43}" type="presOf" srcId="{D6D0CB16-9121-4106-9BDA-0C9ED8117145}" destId="{618F7D9E-C844-44AA-AED5-5A9B113B3291}" srcOrd="0" destOrd="0" presId="urn:microsoft.com/office/officeart/2008/layout/AlternatingHexagons"/>
    <dgm:cxn modelId="{62B43236-14B1-4DCA-9234-2AF2405FD15D}" type="presOf" srcId="{821EE85F-FAE1-489B-9C87-09B0F24073EF}" destId="{BAA0772C-C7AC-4E4D-98B7-1AB10FED1C80}" srcOrd="0" destOrd="0" presId="urn:microsoft.com/office/officeart/2008/layout/AlternatingHexagons"/>
    <dgm:cxn modelId="{AE5E7B5F-F70B-4ADC-8349-7D5B8349FB18}" srcId="{09F32430-5C12-4443-862C-8F26E4A6776D}" destId="{7DF59165-3914-4FD4-B475-8582BE848CDC}" srcOrd="0" destOrd="0" parTransId="{6BC43482-A9D2-4276-98C8-1EF60C4829B2}" sibTransId="{164D3279-CBC2-464C-860E-9E35CAE6B6FB}"/>
    <dgm:cxn modelId="{B5E2D56E-9D23-4E0D-8998-A522037C10FB}" type="presOf" srcId="{444B6681-094A-45E0-9FA5-25DCD00F9EA5}" destId="{F10A6278-1FAF-4275-BFF9-3F1DFAF82732}" srcOrd="0" destOrd="0" presId="urn:microsoft.com/office/officeart/2008/layout/AlternatingHexagons"/>
    <dgm:cxn modelId="{6D91AF75-0656-43DD-A575-C203F92A3D14}" type="presOf" srcId="{7DF59165-3914-4FD4-B475-8582BE848CDC}" destId="{58632193-6512-4E94-9734-2C8CFEADC4D3}" srcOrd="0" destOrd="0" presId="urn:microsoft.com/office/officeart/2008/layout/AlternatingHexagons"/>
    <dgm:cxn modelId="{E31B9C5A-FA1F-4AA0-9003-37E02B5162E5}" type="presOf" srcId="{BB4F0435-140C-4C7B-91C6-B54D62DDD58F}" destId="{BCAE4CE2-0E5A-469A-AC79-E6F242F94877}" srcOrd="0" destOrd="0" presId="urn:microsoft.com/office/officeart/2008/layout/AlternatingHexagons"/>
    <dgm:cxn modelId="{E5B53D7E-9D4E-4BCC-8BF7-32572A8FEF95}" type="presOf" srcId="{09D9A84E-A605-4157-8E6A-2885F97EFA03}" destId="{BAE4F61E-C2D8-428D-9E5C-C8D8322A4190}" srcOrd="0" destOrd="0" presId="urn:microsoft.com/office/officeart/2008/layout/AlternatingHexagons"/>
    <dgm:cxn modelId="{CA985BA6-BE65-4E50-A063-CE484F124DA3}" srcId="{7DF59165-3914-4FD4-B475-8582BE848CDC}" destId="{821EE85F-FAE1-489B-9C87-09B0F24073EF}" srcOrd="0" destOrd="0" parTransId="{98282F03-FF50-4AAF-A64F-BB1E6E588ADE}" sibTransId="{C5BF564D-4665-45DF-8711-079C8937BB11}"/>
    <dgm:cxn modelId="{B3BE08D7-BF2D-4877-90C8-2CAE1390EF50}" type="presOf" srcId="{811E5B26-320D-48CA-B6FD-7CB4D632C4E7}" destId="{20E2E630-A819-4E0B-8A84-F111F73AF00C}" srcOrd="0" destOrd="0" presId="urn:microsoft.com/office/officeart/2008/layout/AlternatingHexagons"/>
    <dgm:cxn modelId="{C2B53D83-6103-4E88-AE83-E944BAD99A47}" type="presParOf" srcId="{04BB162B-C967-444E-B3E1-B47D677D19DF}" destId="{BA470D3D-E75F-4F5A-BBF7-2E15D01E9743}" srcOrd="0" destOrd="0" presId="urn:microsoft.com/office/officeart/2008/layout/AlternatingHexagons"/>
    <dgm:cxn modelId="{EA6EE3B4-9DFF-4924-B485-B5FF54B43975}" type="presParOf" srcId="{BA470D3D-E75F-4F5A-BBF7-2E15D01E9743}" destId="{58632193-6512-4E94-9734-2C8CFEADC4D3}" srcOrd="0" destOrd="0" presId="urn:microsoft.com/office/officeart/2008/layout/AlternatingHexagons"/>
    <dgm:cxn modelId="{2E6D81ED-22E3-4582-938B-0FE0E799F6AF}" type="presParOf" srcId="{BA470D3D-E75F-4F5A-BBF7-2E15D01E9743}" destId="{BAA0772C-C7AC-4E4D-98B7-1AB10FED1C80}" srcOrd="1" destOrd="0" presId="urn:microsoft.com/office/officeart/2008/layout/AlternatingHexagons"/>
    <dgm:cxn modelId="{214ECF2D-8EF2-4F48-9514-65851E469056}" type="presParOf" srcId="{BA470D3D-E75F-4F5A-BBF7-2E15D01E9743}" destId="{28CD2F5B-5944-4529-B128-7AF07E07A7F6}" srcOrd="2" destOrd="0" presId="urn:microsoft.com/office/officeart/2008/layout/AlternatingHexagons"/>
    <dgm:cxn modelId="{1D0545D9-EFD8-42D2-B9F2-2454148BC161}" type="presParOf" srcId="{BA470D3D-E75F-4F5A-BBF7-2E15D01E9743}" destId="{366BE527-9891-4637-A4C8-EE2651A26A0F}" srcOrd="3" destOrd="0" presId="urn:microsoft.com/office/officeart/2008/layout/AlternatingHexagons"/>
    <dgm:cxn modelId="{B3740542-B822-482A-A3F0-FA17D350647B}" type="presParOf" srcId="{BA470D3D-E75F-4F5A-BBF7-2E15D01E9743}" destId="{83871B8D-4CDB-4664-93B7-5240019E194D}" srcOrd="4" destOrd="0" presId="urn:microsoft.com/office/officeart/2008/layout/AlternatingHexagons"/>
    <dgm:cxn modelId="{176B2E29-093B-46E1-9E1A-44841370EBA2}" type="presParOf" srcId="{04BB162B-C967-444E-B3E1-B47D677D19DF}" destId="{8973C15B-91C3-448E-8667-B59AF937DE06}" srcOrd="1" destOrd="0" presId="urn:microsoft.com/office/officeart/2008/layout/AlternatingHexagons"/>
    <dgm:cxn modelId="{AC5BCEF7-7B9F-4F80-94A6-2FE593F118B0}" type="presParOf" srcId="{04BB162B-C967-444E-B3E1-B47D677D19DF}" destId="{90361275-C59C-40EB-A92E-8170B8DB54E3}" srcOrd="2" destOrd="0" presId="urn:microsoft.com/office/officeart/2008/layout/AlternatingHexagons"/>
    <dgm:cxn modelId="{FA98AAAE-D3F5-4848-871B-C8259869C480}" type="presParOf" srcId="{90361275-C59C-40EB-A92E-8170B8DB54E3}" destId="{BAE4F61E-C2D8-428D-9E5C-C8D8322A4190}" srcOrd="0" destOrd="0" presId="urn:microsoft.com/office/officeart/2008/layout/AlternatingHexagons"/>
    <dgm:cxn modelId="{6BF32950-AC43-4901-963F-A03041E1F757}" type="presParOf" srcId="{90361275-C59C-40EB-A92E-8170B8DB54E3}" destId="{74BB7636-4795-4604-84D5-265E89579914}" srcOrd="1" destOrd="0" presId="urn:microsoft.com/office/officeart/2008/layout/AlternatingHexagons"/>
    <dgm:cxn modelId="{06B7DF88-5121-449B-B351-28ECBED38FF0}" type="presParOf" srcId="{90361275-C59C-40EB-A92E-8170B8DB54E3}" destId="{F2E04DEC-02B0-4C00-BA0C-A7201145C7E3}" srcOrd="2" destOrd="0" presId="urn:microsoft.com/office/officeart/2008/layout/AlternatingHexagons"/>
    <dgm:cxn modelId="{6B7033FF-1D7D-46D9-AC08-C6C1FA798EE5}" type="presParOf" srcId="{90361275-C59C-40EB-A92E-8170B8DB54E3}" destId="{AC86226F-D267-4DFA-94BA-4D97611D12D9}" srcOrd="3" destOrd="0" presId="urn:microsoft.com/office/officeart/2008/layout/AlternatingHexagons"/>
    <dgm:cxn modelId="{D34A4C15-2018-4A9C-9690-DB1C621372F5}" type="presParOf" srcId="{90361275-C59C-40EB-A92E-8170B8DB54E3}" destId="{BCAE4CE2-0E5A-469A-AC79-E6F242F94877}" srcOrd="4" destOrd="0" presId="urn:microsoft.com/office/officeart/2008/layout/AlternatingHexagons"/>
    <dgm:cxn modelId="{5BAD972A-704B-44AA-9D9C-DD2B2D9C7852}" type="presParOf" srcId="{04BB162B-C967-444E-B3E1-B47D677D19DF}" destId="{FC856F5A-C786-4AD4-9417-2D153CD9FE5A}" srcOrd="3" destOrd="0" presId="urn:microsoft.com/office/officeart/2008/layout/AlternatingHexagons"/>
    <dgm:cxn modelId="{A61C95FA-AAB1-480B-A71E-E5D3953030FB}" type="presParOf" srcId="{04BB162B-C967-444E-B3E1-B47D677D19DF}" destId="{7F8B913A-0110-424C-85D0-47A1F8352902}" srcOrd="4" destOrd="0" presId="urn:microsoft.com/office/officeart/2008/layout/AlternatingHexagons"/>
    <dgm:cxn modelId="{E9CB664C-DA97-49E0-9125-6E02673EB37E}" type="presParOf" srcId="{7F8B913A-0110-424C-85D0-47A1F8352902}" destId="{F10A6278-1FAF-4275-BFF9-3F1DFAF82732}" srcOrd="0" destOrd="0" presId="urn:microsoft.com/office/officeart/2008/layout/AlternatingHexagons"/>
    <dgm:cxn modelId="{E76380D0-91AF-4BEC-BA3A-38B0429C0167}" type="presParOf" srcId="{7F8B913A-0110-424C-85D0-47A1F8352902}" destId="{618F7D9E-C844-44AA-AED5-5A9B113B3291}" srcOrd="1" destOrd="0" presId="urn:microsoft.com/office/officeart/2008/layout/AlternatingHexagons"/>
    <dgm:cxn modelId="{CC12859E-DC76-46FF-B392-CDC3F0507378}" type="presParOf" srcId="{7F8B913A-0110-424C-85D0-47A1F8352902}" destId="{5B863F63-744B-4E60-A2D3-B9F19CE42F1B}" srcOrd="2" destOrd="0" presId="urn:microsoft.com/office/officeart/2008/layout/AlternatingHexagons"/>
    <dgm:cxn modelId="{A7142AC3-5517-4971-B5C4-815031F83C12}" type="presParOf" srcId="{7F8B913A-0110-424C-85D0-47A1F8352902}" destId="{C8D19E88-6188-4C35-A277-4A4F30D2DBF1}" srcOrd="3" destOrd="0" presId="urn:microsoft.com/office/officeart/2008/layout/AlternatingHexagons"/>
    <dgm:cxn modelId="{F2432324-52D5-49C2-9CF5-0C0FA9D4884F}" type="presParOf" srcId="{7F8B913A-0110-424C-85D0-47A1F8352902}" destId="{20E2E630-A819-4E0B-8A84-F111F73AF00C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EE6F511-43EE-4382-98A7-B8A304769D22}" type="doc">
      <dgm:prSet loTypeId="urn:microsoft.com/office/officeart/2008/layout/AlternatingHexagons" loCatId="list" qsTypeId="urn:microsoft.com/office/officeart/2005/8/quickstyle/simple1" qsCatId="simple" csTypeId="urn:microsoft.com/office/officeart/2005/8/colors/accent1_2" csCatId="accent1" phldr="0"/>
      <dgm:spPr/>
      <dgm:t>
        <a:bodyPr/>
        <a:lstStyle/>
        <a:p>
          <a:endParaRPr lang="pl-PL"/>
        </a:p>
      </dgm:t>
    </dgm:pt>
    <dgm:pt modelId="{9AE0D6A1-6BBF-4A80-AEA8-D2EF571AC657}">
      <dgm:prSet phldrT="[Tekst]" phldr="1"/>
      <dgm:spPr/>
      <dgm:t>
        <a:bodyPr/>
        <a:lstStyle/>
        <a:p>
          <a:endParaRPr lang="pl-PL"/>
        </a:p>
      </dgm:t>
    </dgm:pt>
    <dgm:pt modelId="{CE5180D1-A759-429F-A2A8-ED9B962A7B10}" type="parTrans" cxnId="{455FABB0-2AC7-4DB9-8262-B5643A7CEFAF}">
      <dgm:prSet/>
      <dgm:spPr/>
      <dgm:t>
        <a:bodyPr/>
        <a:lstStyle/>
        <a:p>
          <a:endParaRPr lang="pl-PL"/>
        </a:p>
      </dgm:t>
    </dgm:pt>
    <dgm:pt modelId="{F9D85B97-9AF0-4015-B11D-7245DD1DBF35}" type="sibTrans" cxnId="{455FABB0-2AC7-4DB9-8262-B5643A7CEFAF}">
      <dgm:prSet/>
      <dgm:spPr/>
      <dgm:t>
        <a:bodyPr/>
        <a:lstStyle/>
        <a:p>
          <a:endParaRPr lang="pl-PL"/>
        </a:p>
      </dgm:t>
    </dgm:pt>
    <dgm:pt modelId="{F1A6E246-C80B-432D-9555-67AE8326E003}">
      <dgm:prSet phldrT="[Tekst]" phldr="1"/>
      <dgm:spPr/>
      <dgm:t>
        <a:bodyPr/>
        <a:lstStyle/>
        <a:p>
          <a:endParaRPr lang="pl-PL"/>
        </a:p>
      </dgm:t>
    </dgm:pt>
    <dgm:pt modelId="{F8B1A7D6-C44D-4A97-8AC5-E86C15BA7B9A}" type="parTrans" cxnId="{9331E8A3-96AE-4D6B-ABCF-412659D4A8CB}">
      <dgm:prSet/>
      <dgm:spPr/>
      <dgm:t>
        <a:bodyPr/>
        <a:lstStyle/>
        <a:p>
          <a:endParaRPr lang="pl-PL"/>
        </a:p>
      </dgm:t>
    </dgm:pt>
    <dgm:pt modelId="{3D83F25C-576B-4B2A-A3E0-591AC802C6CD}" type="sibTrans" cxnId="{9331E8A3-96AE-4D6B-ABCF-412659D4A8CB}">
      <dgm:prSet/>
      <dgm:spPr/>
      <dgm:t>
        <a:bodyPr/>
        <a:lstStyle/>
        <a:p>
          <a:endParaRPr lang="pl-PL"/>
        </a:p>
      </dgm:t>
    </dgm:pt>
    <dgm:pt modelId="{F3910894-0D57-4C53-9588-AB2E708340C5}">
      <dgm:prSet phldrT="[Tekst]" phldr="1"/>
      <dgm:spPr/>
      <dgm:t>
        <a:bodyPr/>
        <a:lstStyle/>
        <a:p>
          <a:endParaRPr lang="pl-PL"/>
        </a:p>
      </dgm:t>
    </dgm:pt>
    <dgm:pt modelId="{9E62034A-E0F0-4412-9009-9D537F9AD9F5}" type="parTrans" cxnId="{FFE933C2-4E63-4DED-A987-CF530F6C9D14}">
      <dgm:prSet/>
      <dgm:spPr/>
      <dgm:t>
        <a:bodyPr/>
        <a:lstStyle/>
        <a:p>
          <a:endParaRPr lang="pl-PL"/>
        </a:p>
      </dgm:t>
    </dgm:pt>
    <dgm:pt modelId="{351F02BE-67D4-46DF-B9D1-4AD7B1E625F6}" type="sibTrans" cxnId="{FFE933C2-4E63-4DED-A987-CF530F6C9D14}">
      <dgm:prSet/>
      <dgm:spPr/>
      <dgm:t>
        <a:bodyPr/>
        <a:lstStyle/>
        <a:p>
          <a:endParaRPr lang="pl-PL"/>
        </a:p>
      </dgm:t>
    </dgm:pt>
    <dgm:pt modelId="{9212AC47-3865-4907-9000-513A4B4CF3EE}">
      <dgm:prSet phldrT="[Tekst]" phldr="1"/>
      <dgm:spPr/>
      <dgm:t>
        <a:bodyPr/>
        <a:lstStyle/>
        <a:p>
          <a:endParaRPr lang="pl-PL"/>
        </a:p>
      </dgm:t>
    </dgm:pt>
    <dgm:pt modelId="{A309F596-A92F-4B9D-A515-C212181E3E03}" type="parTrans" cxnId="{48422852-3CA2-40DB-9549-9658E83CAF17}">
      <dgm:prSet/>
      <dgm:spPr/>
      <dgm:t>
        <a:bodyPr/>
        <a:lstStyle/>
        <a:p>
          <a:endParaRPr lang="pl-PL"/>
        </a:p>
      </dgm:t>
    </dgm:pt>
    <dgm:pt modelId="{32A32194-3061-4507-9BC2-ACFF648202EC}" type="sibTrans" cxnId="{48422852-3CA2-40DB-9549-9658E83CAF17}">
      <dgm:prSet/>
      <dgm:spPr/>
      <dgm:t>
        <a:bodyPr/>
        <a:lstStyle/>
        <a:p>
          <a:endParaRPr lang="pl-PL"/>
        </a:p>
      </dgm:t>
    </dgm:pt>
    <dgm:pt modelId="{4619A59D-E68D-4435-87C5-E8F5F243F2B0}">
      <dgm:prSet phldrT="[Tekst]" phldr="1"/>
      <dgm:spPr/>
      <dgm:t>
        <a:bodyPr/>
        <a:lstStyle/>
        <a:p>
          <a:endParaRPr lang="pl-PL"/>
        </a:p>
      </dgm:t>
    </dgm:pt>
    <dgm:pt modelId="{AE379FF2-1203-41E5-85D8-85A3F6E354DE}" type="parTrans" cxnId="{47F8F48D-F2DC-4B2A-A434-281052D8050B}">
      <dgm:prSet/>
      <dgm:spPr/>
      <dgm:t>
        <a:bodyPr/>
        <a:lstStyle/>
        <a:p>
          <a:endParaRPr lang="pl-PL"/>
        </a:p>
      </dgm:t>
    </dgm:pt>
    <dgm:pt modelId="{1CE5DC05-0A6A-4448-9D94-2DEAA717FEB2}" type="sibTrans" cxnId="{47F8F48D-F2DC-4B2A-A434-281052D8050B}">
      <dgm:prSet/>
      <dgm:spPr/>
      <dgm:t>
        <a:bodyPr/>
        <a:lstStyle/>
        <a:p>
          <a:endParaRPr lang="pl-PL"/>
        </a:p>
      </dgm:t>
    </dgm:pt>
    <dgm:pt modelId="{03564AA3-A8DF-47F4-9AA7-235C38F81399}">
      <dgm:prSet phldrT="[Tekst]" phldr="1"/>
      <dgm:spPr/>
      <dgm:t>
        <a:bodyPr/>
        <a:lstStyle/>
        <a:p>
          <a:endParaRPr lang="pl-PL"/>
        </a:p>
      </dgm:t>
    </dgm:pt>
    <dgm:pt modelId="{0DFCB440-DD98-4480-97BA-C112279161AD}" type="parTrans" cxnId="{617B866A-8EFB-44E8-8E5B-B1130A8BB8AA}">
      <dgm:prSet/>
      <dgm:spPr/>
      <dgm:t>
        <a:bodyPr/>
        <a:lstStyle/>
        <a:p>
          <a:endParaRPr lang="pl-PL"/>
        </a:p>
      </dgm:t>
    </dgm:pt>
    <dgm:pt modelId="{DC081EEA-622F-4E35-AE8A-A3643DD6CA5E}" type="sibTrans" cxnId="{617B866A-8EFB-44E8-8E5B-B1130A8BB8AA}">
      <dgm:prSet/>
      <dgm:spPr/>
      <dgm:t>
        <a:bodyPr/>
        <a:lstStyle/>
        <a:p>
          <a:endParaRPr lang="pl-PL"/>
        </a:p>
      </dgm:t>
    </dgm:pt>
    <dgm:pt modelId="{7482F7C6-A164-42D4-99C1-98218FCB3838}" type="pres">
      <dgm:prSet presAssocID="{DEE6F511-43EE-4382-98A7-B8A304769D22}" presName="Name0" presStyleCnt="0">
        <dgm:presLayoutVars>
          <dgm:chMax/>
          <dgm:chPref/>
          <dgm:dir/>
          <dgm:animLvl val="lvl"/>
        </dgm:presLayoutVars>
      </dgm:prSet>
      <dgm:spPr/>
    </dgm:pt>
    <dgm:pt modelId="{7DC357F1-C145-4DCB-9556-056B45738843}" type="pres">
      <dgm:prSet presAssocID="{9AE0D6A1-6BBF-4A80-AEA8-D2EF571AC657}" presName="composite" presStyleCnt="0"/>
      <dgm:spPr/>
    </dgm:pt>
    <dgm:pt modelId="{B171C613-987C-421C-AC91-83DCCE3F75A4}" type="pres">
      <dgm:prSet presAssocID="{9AE0D6A1-6BBF-4A80-AEA8-D2EF571AC657}" presName="Parent1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9000E7B8-616C-4939-96EE-8FD838931CCC}" type="pres">
      <dgm:prSet presAssocID="{9AE0D6A1-6BBF-4A80-AEA8-D2EF571AC657}" presName="Childtext1" presStyleLbl="revTx" presStyleIdx="0" presStyleCnt="3">
        <dgm:presLayoutVars>
          <dgm:chMax val="0"/>
          <dgm:chPref val="0"/>
          <dgm:bulletEnabled val="1"/>
        </dgm:presLayoutVars>
      </dgm:prSet>
      <dgm:spPr/>
    </dgm:pt>
    <dgm:pt modelId="{A56D13D2-C388-49E2-B85C-E7793320B9FB}" type="pres">
      <dgm:prSet presAssocID="{9AE0D6A1-6BBF-4A80-AEA8-D2EF571AC657}" presName="BalanceSpacing" presStyleCnt="0"/>
      <dgm:spPr/>
    </dgm:pt>
    <dgm:pt modelId="{3CB7409D-D24C-4E32-A365-1EF325EF4BC2}" type="pres">
      <dgm:prSet presAssocID="{9AE0D6A1-6BBF-4A80-AEA8-D2EF571AC657}" presName="BalanceSpacing1" presStyleCnt="0"/>
      <dgm:spPr/>
    </dgm:pt>
    <dgm:pt modelId="{FBABA1AF-D649-4F28-896C-545B7C1FD9C3}" type="pres">
      <dgm:prSet presAssocID="{F9D85B97-9AF0-4015-B11D-7245DD1DBF35}" presName="Accent1Text" presStyleLbl="node1" presStyleIdx="1" presStyleCnt="6"/>
      <dgm:spPr/>
    </dgm:pt>
    <dgm:pt modelId="{38780DDD-9D83-4A44-B550-C25D1482C6DB}" type="pres">
      <dgm:prSet presAssocID="{F9D85B97-9AF0-4015-B11D-7245DD1DBF35}" presName="spaceBetweenRectangles" presStyleCnt="0"/>
      <dgm:spPr/>
    </dgm:pt>
    <dgm:pt modelId="{C1811972-DC2C-4B6D-B07C-448B9EA85F77}" type="pres">
      <dgm:prSet presAssocID="{F3910894-0D57-4C53-9588-AB2E708340C5}" presName="composite" presStyleCnt="0"/>
      <dgm:spPr/>
    </dgm:pt>
    <dgm:pt modelId="{79C83DFF-ECF1-46AF-A120-A6539F8BCACA}" type="pres">
      <dgm:prSet presAssocID="{F3910894-0D57-4C53-9588-AB2E708340C5}" presName="Parent1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DAB0772A-7E5D-44D9-B2B3-18E1EC774721}" type="pres">
      <dgm:prSet presAssocID="{F3910894-0D57-4C53-9588-AB2E708340C5}" presName="Childtext1" presStyleLbl="revTx" presStyleIdx="1" presStyleCnt="3">
        <dgm:presLayoutVars>
          <dgm:chMax val="0"/>
          <dgm:chPref val="0"/>
          <dgm:bulletEnabled val="1"/>
        </dgm:presLayoutVars>
      </dgm:prSet>
      <dgm:spPr/>
    </dgm:pt>
    <dgm:pt modelId="{E541E134-3926-47B2-A3D8-E1F2F981AFEA}" type="pres">
      <dgm:prSet presAssocID="{F3910894-0D57-4C53-9588-AB2E708340C5}" presName="BalanceSpacing" presStyleCnt="0"/>
      <dgm:spPr/>
    </dgm:pt>
    <dgm:pt modelId="{849B7221-E461-49A2-BF1F-5197F35E18AA}" type="pres">
      <dgm:prSet presAssocID="{F3910894-0D57-4C53-9588-AB2E708340C5}" presName="BalanceSpacing1" presStyleCnt="0"/>
      <dgm:spPr/>
    </dgm:pt>
    <dgm:pt modelId="{5203404D-108C-48F8-97EB-E315D85581DD}" type="pres">
      <dgm:prSet presAssocID="{351F02BE-67D4-46DF-B9D1-4AD7B1E625F6}" presName="Accent1Text" presStyleLbl="node1" presStyleIdx="3" presStyleCnt="6"/>
      <dgm:spPr/>
    </dgm:pt>
    <dgm:pt modelId="{2E038B9C-903D-451D-AC32-E1153930CBFD}" type="pres">
      <dgm:prSet presAssocID="{351F02BE-67D4-46DF-B9D1-4AD7B1E625F6}" presName="spaceBetweenRectangles" presStyleCnt="0"/>
      <dgm:spPr/>
    </dgm:pt>
    <dgm:pt modelId="{76045032-6E68-40AB-9212-FE9CC2FC631E}" type="pres">
      <dgm:prSet presAssocID="{4619A59D-E68D-4435-87C5-E8F5F243F2B0}" presName="composite" presStyleCnt="0"/>
      <dgm:spPr/>
    </dgm:pt>
    <dgm:pt modelId="{9DB714D0-B395-4D04-B02C-4268ABA2DCB5}" type="pres">
      <dgm:prSet presAssocID="{4619A59D-E68D-4435-87C5-E8F5F243F2B0}" presName="Parent1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7EFC727D-4B49-4C77-B5B5-5F061D62EF40}" type="pres">
      <dgm:prSet presAssocID="{4619A59D-E68D-4435-87C5-E8F5F243F2B0}" presName="Childtext1" presStyleLbl="revTx" presStyleIdx="2" presStyleCnt="3">
        <dgm:presLayoutVars>
          <dgm:chMax val="0"/>
          <dgm:chPref val="0"/>
          <dgm:bulletEnabled val="1"/>
        </dgm:presLayoutVars>
      </dgm:prSet>
      <dgm:spPr/>
    </dgm:pt>
    <dgm:pt modelId="{2FBB0B3A-F25E-4DA7-A82F-EBE62B41012E}" type="pres">
      <dgm:prSet presAssocID="{4619A59D-E68D-4435-87C5-E8F5F243F2B0}" presName="BalanceSpacing" presStyleCnt="0"/>
      <dgm:spPr/>
    </dgm:pt>
    <dgm:pt modelId="{60D865A0-EF70-43D0-BFD6-34B521D23B63}" type="pres">
      <dgm:prSet presAssocID="{4619A59D-E68D-4435-87C5-E8F5F243F2B0}" presName="BalanceSpacing1" presStyleCnt="0"/>
      <dgm:spPr/>
    </dgm:pt>
    <dgm:pt modelId="{72E15B24-E3EC-4C82-A54D-78DC041DF9DA}" type="pres">
      <dgm:prSet presAssocID="{1CE5DC05-0A6A-4448-9D94-2DEAA717FEB2}" presName="Accent1Text" presStyleLbl="node1" presStyleIdx="5" presStyleCnt="6"/>
      <dgm:spPr/>
    </dgm:pt>
  </dgm:ptLst>
  <dgm:cxnLst>
    <dgm:cxn modelId="{4A6B5F2A-8E78-4FA8-8678-7CBEA5E9FA4B}" type="presOf" srcId="{F1A6E246-C80B-432D-9555-67AE8326E003}" destId="{9000E7B8-616C-4939-96EE-8FD838931CCC}" srcOrd="0" destOrd="0" presId="urn:microsoft.com/office/officeart/2008/layout/AlternatingHexagons"/>
    <dgm:cxn modelId="{191F3A5D-4D01-40D1-BE55-9593927BC2CE}" type="presOf" srcId="{9AE0D6A1-6BBF-4A80-AEA8-D2EF571AC657}" destId="{B171C613-987C-421C-AC91-83DCCE3F75A4}" srcOrd="0" destOrd="0" presId="urn:microsoft.com/office/officeart/2008/layout/AlternatingHexagons"/>
    <dgm:cxn modelId="{F995344A-85E2-4629-AD9F-63BB0ABD1310}" type="presOf" srcId="{1CE5DC05-0A6A-4448-9D94-2DEAA717FEB2}" destId="{72E15B24-E3EC-4C82-A54D-78DC041DF9DA}" srcOrd="0" destOrd="0" presId="urn:microsoft.com/office/officeart/2008/layout/AlternatingHexagons"/>
    <dgm:cxn modelId="{617B866A-8EFB-44E8-8E5B-B1130A8BB8AA}" srcId="{4619A59D-E68D-4435-87C5-E8F5F243F2B0}" destId="{03564AA3-A8DF-47F4-9AA7-235C38F81399}" srcOrd="0" destOrd="0" parTransId="{0DFCB440-DD98-4480-97BA-C112279161AD}" sibTransId="{DC081EEA-622F-4E35-AE8A-A3643DD6CA5E}"/>
    <dgm:cxn modelId="{8CF5576B-2C6D-47F0-B177-900B2116F13C}" type="presOf" srcId="{F9D85B97-9AF0-4015-B11D-7245DD1DBF35}" destId="{FBABA1AF-D649-4F28-896C-545B7C1FD9C3}" srcOrd="0" destOrd="0" presId="urn:microsoft.com/office/officeart/2008/layout/AlternatingHexagons"/>
    <dgm:cxn modelId="{48422852-3CA2-40DB-9549-9658E83CAF17}" srcId="{F3910894-0D57-4C53-9588-AB2E708340C5}" destId="{9212AC47-3865-4907-9000-513A4B4CF3EE}" srcOrd="0" destOrd="0" parTransId="{A309F596-A92F-4B9D-A515-C212181E3E03}" sibTransId="{32A32194-3061-4507-9BC2-ACFF648202EC}"/>
    <dgm:cxn modelId="{9630E283-59E1-402A-B666-E7DD3EBFD9AF}" type="presOf" srcId="{4619A59D-E68D-4435-87C5-E8F5F243F2B0}" destId="{9DB714D0-B395-4D04-B02C-4268ABA2DCB5}" srcOrd="0" destOrd="0" presId="urn:microsoft.com/office/officeart/2008/layout/AlternatingHexagons"/>
    <dgm:cxn modelId="{47F8F48D-F2DC-4B2A-A434-281052D8050B}" srcId="{DEE6F511-43EE-4382-98A7-B8A304769D22}" destId="{4619A59D-E68D-4435-87C5-E8F5F243F2B0}" srcOrd="2" destOrd="0" parTransId="{AE379FF2-1203-41E5-85D8-85A3F6E354DE}" sibTransId="{1CE5DC05-0A6A-4448-9D94-2DEAA717FEB2}"/>
    <dgm:cxn modelId="{9331E8A3-96AE-4D6B-ABCF-412659D4A8CB}" srcId="{9AE0D6A1-6BBF-4A80-AEA8-D2EF571AC657}" destId="{F1A6E246-C80B-432D-9555-67AE8326E003}" srcOrd="0" destOrd="0" parTransId="{F8B1A7D6-C44D-4A97-8AC5-E86C15BA7B9A}" sibTransId="{3D83F25C-576B-4B2A-A3E0-591AC802C6CD}"/>
    <dgm:cxn modelId="{144CFDA7-920D-4A31-993B-6C2E74FEC20C}" type="presOf" srcId="{351F02BE-67D4-46DF-B9D1-4AD7B1E625F6}" destId="{5203404D-108C-48F8-97EB-E315D85581DD}" srcOrd="0" destOrd="0" presId="urn:microsoft.com/office/officeart/2008/layout/AlternatingHexagons"/>
    <dgm:cxn modelId="{61A4B2AE-F410-412C-813A-DE0CA5F9A623}" type="presOf" srcId="{DEE6F511-43EE-4382-98A7-B8A304769D22}" destId="{7482F7C6-A164-42D4-99C1-98218FCB3838}" srcOrd="0" destOrd="0" presId="urn:microsoft.com/office/officeart/2008/layout/AlternatingHexagons"/>
    <dgm:cxn modelId="{455FABB0-2AC7-4DB9-8262-B5643A7CEFAF}" srcId="{DEE6F511-43EE-4382-98A7-B8A304769D22}" destId="{9AE0D6A1-6BBF-4A80-AEA8-D2EF571AC657}" srcOrd="0" destOrd="0" parTransId="{CE5180D1-A759-429F-A2A8-ED9B962A7B10}" sibTransId="{F9D85B97-9AF0-4015-B11D-7245DD1DBF35}"/>
    <dgm:cxn modelId="{7F3759B2-D7C8-43D6-804C-C832859C64C9}" type="presOf" srcId="{03564AA3-A8DF-47F4-9AA7-235C38F81399}" destId="{7EFC727D-4B49-4C77-B5B5-5F061D62EF40}" srcOrd="0" destOrd="0" presId="urn:microsoft.com/office/officeart/2008/layout/AlternatingHexagons"/>
    <dgm:cxn modelId="{FFE933C2-4E63-4DED-A987-CF530F6C9D14}" srcId="{DEE6F511-43EE-4382-98A7-B8A304769D22}" destId="{F3910894-0D57-4C53-9588-AB2E708340C5}" srcOrd="1" destOrd="0" parTransId="{9E62034A-E0F0-4412-9009-9D537F9AD9F5}" sibTransId="{351F02BE-67D4-46DF-B9D1-4AD7B1E625F6}"/>
    <dgm:cxn modelId="{6F69DFDD-5C28-47C5-A61D-9A2CB73ECE1A}" type="presOf" srcId="{F3910894-0D57-4C53-9588-AB2E708340C5}" destId="{79C83DFF-ECF1-46AF-A120-A6539F8BCACA}" srcOrd="0" destOrd="0" presId="urn:microsoft.com/office/officeart/2008/layout/AlternatingHexagons"/>
    <dgm:cxn modelId="{8C8481FB-1308-447E-801E-919D645101C4}" type="presOf" srcId="{9212AC47-3865-4907-9000-513A4B4CF3EE}" destId="{DAB0772A-7E5D-44D9-B2B3-18E1EC774721}" srcOrd="0" destOrd="0" presId="urn:microsoft.com/office/officeart/2008/layout/AlternatingHexagons"/>
    <dgm:cxn modelId="{5BE3FEC3-06B7-4FEF-B1AA-A83F4887E27D}" type="presParOf" srcId="{7482F7C6-A164-42D4-99C1-98218FCB3838}" destId="{7DC357F1-C145-4DCB-9556-056B45738843}" srcOrd="0" destOrd="0" presId="urn:microsoft.com/office/officeart/2008/layout/AlternatingHexagons"/>
    <dgm:cxn modelId="{ED36BD0C-C29C-4345-A4DD-C7F58F65E584}" type="presParOf" srcId="{7DC357F1-C145-4DCB-9556-056B45738843}" destId="{B171C613-987C-421C-AC91-83DCCE3F75A4}" srcOrd="0" destOrd="0" presId="urn:microsoft.com/office/officeart/2008/layout/AlternatingHexagons"/>
    <dgm:cxn modelId="{B1653C42-7D10-4F0F-9153-AB6CB82E1AAD}" type="presParOf" srcId="{7DC357F1-C145-4DCB-9556-056B45738843}" destId="{9000E7B8-616C-4939-96EE-8FD838931CCC}" srcOrd="1" destOrd="0" presId="urn:microsoft.com/office/officeart/2008/layout/AlternatingHexagons"/>
    <dgm:cxn modelId="{281C96A1-AB5B-464D-9D5C-810A704A1525}" type="presParOf" srcId="{7DC357F1-C145-4DCB-9556-056B45738843}" destId="{A56D13D2-C388-49E2-B85C-E7793320B9FB}" srcOrd="2" destOrd="0" presId="urn:microsoft.com/office/officeart/2008/layout/AlternatingHexagons"/>
    <dgm:cxn modelId="{045E3943-BCC9-4737-80DE-A2ADFA707D97}" type="presParOf" srcId="{7DC357F1-C145-4DCB-9556-056B45738843}" destId="{3CB7409D-D24C-4E32-A365-1EF325EF4BC2}" srcOrd="3" destOrd="0" presId="urn:microsoft.com/office/officeart/2008/layout/AlternatingHexagons"/>
    <dgm:cxn modelId="{0D728C37-4B09-4711-9697-9AE2C0D8FF99}" type="presParOf" srcId="{7DC357F1-C145-4DCB-9556-056B45738843}" destId="{FBABA1AF-D649-4F28-896C-545B7C1FD9C3}" srcOrd="4" destOrd="0" presId="urn:microsoft.com/office/officeart/2008/layout/AlternatingHexagons"/>
    <dgm:cxn modelId="{B0F73BC3-172F-43F7-8068-FEB244FA9384}" type="presParOf" srcId="{7482F7C6-A164-42D4-99C1-98218FCB3838}" destId="{38780DDD-9D83-4A44-B550-C25D1482C6DB}" srcOrd="1" destOrd="0" presId="urn:microsoft.com/office/officeart/2008/layout/AlternatingHexagons"/>
    <dgm:cxn modelId="{DD4D965D-BD2B-44FF-9FC1-FBA49A89A462}" type="presParOf" srcId="{7482F7C6-A164-42D4-99C1-98218FCB3838}" destId="{C1811972-DC2C-4B6D-B07C-448B9EA85F77}" srcOrd="2" destOrd="0" presId="urn:microsoft.com/office/officeart/2008/layout/AlternatingHexagons"/>
    <dgm:cxn modelId="{0AFAD609-35D6-47AA-B6B6-6F04E7FCB70F}" type="presParOf" srcId="{C1811972-DC2C-4B6D-B07C-448B9EA85F77}" destId="{79C83DFF-ECF1-46AF-A120-A6539F8BCACA}" srcOrd="0" destOrd="0" presId="urn:microsoft.com/office/officeart/2008/layout/AlternatingHexagons"/>
    <dgm:cxn modelId="{0A11F5AC-F502-47AB-89E6-84293E71EA41}" type="presParOf" srcId="{C1811972-DC2C-4B6D-B07C-448B9EA85F77}" destId="{DAB0772A-7E5D-44D9-B2B3-18E1EC774721}" srcOrd="1" destOrd="0" presId="urn:microsoft.com/office/officeart/2008/layout/AlternatingHexagons"/>
    <dgm:cxn modelId="{8732F5FA-785B-43CC-8EAF-70181B7345B6}" type="presParOf" srcId="{C1811972-DC2C-4B6D-B07C-448B9EA85F77}" destId="{E541E134-3926-47B2-A3D8-E1F2F981AFEA}" srcOrd="2" destOrd="0" presId="urn:microsoft.com/office/officeart/2008/layout/AlternatingHexagons"/>
    <dgm:cxn modelId="{E048B916-7626-4396-9B03-86AB46938099}" type="presParOf" srcId="{C1811972-DC2C-4B6D-B07C-448B9EA85F77}" destId="{849B7221-E461-49A2-BF1F-5197F35E18AA}" srcOrd="3" destOrd="0" presId="urn:microsoft.com/office/officeart/2008/layout/AlternatingHexagons"/>
    <dgm:cxn modelId="{E5DAEF9A-94F5-40BF-ADD3-E88550DEF310}" type="presParOf" srcId="{C1811972-DC2C-4B6D-B07C-448B9EA85F77}" destId="{5203404D-108C-48F8-97EB-E315D85581DD}" srcOrd="4" destOrd="0" presId="urn:microsoft.com/office/officeart/2008/layout/AlternatingHexagons"/>
    <dgm:cxn modelId="{75CB1B77-6634-4EE6-9A91-0249DA11A044}" type="presParOf" srcId="{7482F7C6-A164-42D4-99C1-98218FCB3838}" destId="{2E038B9C-903D-451D-AC32-E1153930CBFD}" srcOrd="3" destOrd="0" presId="urn:microsoft.com/office/officeart/2008/layout/AlternatingHexagons"/>
    <dgm:cxn modelId="{D92DAFB7-6A05-4C35-A978-E94C4ACB9513}" type="presParOf" srcId="{7482F7C6-A164-42D4-99C1-98218FCB3838}" destId="{76045032-6E68-40AB-9212-FE9CC2FC631E}" srcOrd="4" destOrd="0" presId="urn:microsoft.com/office/officeart/2008/layout/AlternatingHexagons"/>
    <dgm:cxn modelId="{0E234C46-EF37-4FDC-AC4A-B4EDF6698380}" type="presParOf" srcId="{76045032-6E68-40AB-9212-FE9CC2FC631E}" destId="{9DB714D0-B395-4D04-B02C-4268ABA2DCB5}" srcOrd="0" destOrd="0" presId="urn:microsoft.com/office/officeart/2008/layout/AlternatingHexagons"/>
    <dgm:cxn modelId="{990EB37B-1BEF-48CE-AFB9-32FB1931C926}" type="presParOf" srcId="{76045032-6E68-40AB-9212-FE9CC2FC631E}" destId="{7EFC727D-4B49-4C77-B5B5-5F061D62EF40}" srcOrd="1" destOrd="0" presId="urn:microsoft.com/office/officeart/2008/layout/AlternatingHexagons"/>
    <dgm:cxn modelId="{DEEC0C38-6186-4E2A-95FF-67911EF90F59}" type="presParOf" srcId="{76045032-6E68-40AB-9212-FE9CC2FC631E}" destId="{2FBB0B3A-F25E-4DA7-A82F-EBE62B41012E}" srcOrd="2" destOrd="0" presId="urn:microsoft.com/office/officeart/2008/layout/AlternatingHexagons"/>
    <dgm:cxn modelId="{9B7CDD04-30DD-4895-93CB-CEE9AA89CEE9}" type="presParOf" srcId="{76045032-6E68-40AB-9212-FE9CC2FC631E}" destId="{60D865A0-EF70-43D0-BFD6-34B521D23B63}" srcOrd="3" destOrd="0" presId="urn:microsoft.com/office/officeart/2008/layout/AlternatingHexagons"/>
    <dgm:cxn modelId="{CD0DC8F1-89C7-4A20-A55F-8C1536C81495}" type="presParOf" srcId="{76045032-6E68-40AB-9212-FE9CC2FC631E}" destId="{72E15B24-E3EC-4C82-A54D-78DC041DF9DA}" srcOrd="4" destOrd="0" presId="urn:microsoft.com/office/officeart/2008/layout/AlternatingHexagon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B8E4AD-2182-4EB6-B10A-331A5315915E}">
      <dsp:nvSpPr>
        <dsp:cNvPr id="0" name=""/>
        <dsp:cNvSpPr/>
      </dsp:nvSpPr>
      <dsp:spPr>
        <a:xfrm>
          <a:off x="5128415" y="257"/>
          <a:ext cx="976318" cy="6346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000" kern="1200"/>
        </a:p>
      </dsp:txBody>
      <dsp:txXfrm>
        <a:off x="5159394" y="31236"/>
        <a:ext cx="914360" cy="572649"/>
      </dsp:txXfrm>
    </dsp:sp>
    <dsp:sp modelId="{B7731E6A-5CCD-43D7-AB23-8D6D7E36F6B2}">
      <dsp:nvSpPr>
        <dsp:cNvPr id="0" name=""/>
        <dsp:cNvSpPr/>
      </dsp:nvSpPr>
      <dsp:spPr>
        <a:xfrm>
          <a:off x="3413980" y="317561"/>
          <a:ext cx="4405189" cy="4405189"/>
        </a:xfrm>
        <a:custGeom>
          <a:avLst/>
          <a:gdLst/>
          <a:ahLst/>
          <a:cxnLst/>
          <a:rect l="0" t="0" r="0" b="0"/>
          <a:pathLst>
            <a:path>
              <a:moveTo>
                <a:pt x="2697788" y="56387"/>
              </a:moveTo>
              <a:arcTo wR="2202594" hR="2202594" stAng="16979547" swAng="1108868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B0C0DB-47CD-4A78-A121-F88A058FF4E6}">
      <dsp:nvSpPr>
        <dsp:cNvPr id="0" name=""/>
        <dsp:cNvSpPr/>
      </dsp:nvSpPr>
      <dsp:spPr>
        <a:xfrm>
          <a:off x="6685885" y="645382"/>
          <a:ext cx="976318" cy="6346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000" kern="1200"/>
        </a:p>
      </dsp:txBody>
      <dsp:txXfrm>
        <a:off x="6716864" y="676361"/>
        <a:ext cx="914360" cy="572649"/>
      </dsp:txXfrm>
    </dsp:sp>
    <dsp:sp modelId="{A07AF147-CC6F-4D89-94CF-D72101094FF1}">
      <dsp:nvSpPr>
        <dsp:cNvPr id="0" name=""/>
        <dsp:cNvSpPr/>
      </dsp:nvSpPr>
      <dsp:spPr>
        <a:xfrm>
          <a:off x="3413980" y="317561"/>
          <a:ext cx="4405189" cy="4405189"/>
        </a:xfrm>
        <a:custGeom>
          <a:avLst/>
          <a:gdLst/>
          <a:ahLst/>
          <a:cxnLst/>
          <a:rect l="0" t="0" r="0" b="0"/>
          <a:pathLst>
            <a:path>
              <a:moveTo>
                <a:pt x="4028430" y="970625"/>
              </a:moveTo>
              <a:arcTo wR="2202594" hR="2202594" stAng="19559447" swAng="1528128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4A66AA-D52E-4C48-9EF1-1C94314CE81D}">
      <dsp:nvSpPr>
        <dsp:cNvPr id="0" name=""/>
        <dsp:cNvSpPr/>
      </dsp:nvSpPr>
      <dsp:spPr>
        <a:xfrm>
          <a:off x="7331010" y="2202852"/>
          <a:ext cx="976318" cy="6346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000" kern="1200"/>
        </a:p>
      </dsp:txBody>
      <dsp:txXfrm>
        <a:off x="7361989" y="2233831"/>
        <a:ext cx="914360" cy="572649"/>
      </dsp:txXfrm>
    </dsp:sp>
    <dsp:sp modelId="{747A745D-72FC-46D1-8122-40EEC407D56F}">
      <dsp:nvSpPr>
        <dsp:cNvPr id="0" name=""/>
        <dsp:cNvSpPr/>
      </dsp:nvSpPr>
      <dsp:spPr>
        <a:xfrm>
          <a:off x="3413980" y="317561"/>
          <a:ext cx="4405189" cy="4405189"/>
        </a:xfrm>
        <a:custGeom>
          <a:avLst/>
          <a:gdLst/>
          <a:ahLst/>
          <a:cxnLst/>
          <a:rect l="0" t="0" r="0" b="0"/>
          <a:pathLst>
            <a:path>
              <a:moveTo>
                <a:pt x="4380765" y="2529695"/>
              </a:moveTo>
              <a:arcTo wR="2202594" hR="2202594" stAng="512425" swAng="1528128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6FCE95-3F04-49AD-B109-0DFE7FF395DB}">
      <dsp:nvSpPr>
        <dsp:cNvPr id="0" name=""/>
        <dsp:cNvSpPr/>
      </dsp:nvSpPr>
      <dsp:spPr>
        <a:xfrm>
          <a:off x="6685885" y="3760322"/>
          <a:ext cx="976318" cy="6346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000" kern="1200"/>
        </a:p>
      </dsp:txBody>
      <dsp:txXfrm>
        <a:off x="6716864" y="3791301"/>
        <a:ext cx="914360" cy="572649"/>
      </dsp:txXfrm>
    </dsp:sp>
    <dsp:sp modelId="{90959250-0137-47FE-8E57-6F6131EA36CA}">
      <dsp:nvSpPr>
        <dsp:cNvPr id="0" name=""/>
        <dsp:cNvSpPr/>
      </dsp:nvSpPr>
      <dsp:spPr>
        <a:xfrm>
          <a:off x="3413980" y="317561"/>
          <a:ext cx="4405189" cy="4405189"/>
        </a:xfrm>
        <a:custGeom>
          <a:avLst/>
          <a:gdLst/>
          <a:ahLst/>
          <a:cxnLst/>
          <a:rect l="0" t="0" r="0" b="0"/>
          <a:pathLst>
            <a:path>
              <a:moveTo>
                <a:pt x="3352581" y="4081145"/>
              </a:moveTo>
              <a:arcTo wR="2202594" hR="2202594" stAng="3511584" swAng="1108868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A44566-CBAD-4498-B82F-F1D24A60B940}">
      <dsp:nvSpPr>
        <dsp:cNvPr id="0" name=""/>
        <dsp:cNvSpPr/>
      </dsp:nvSpPr>
      <dsp:spPr>
        <a:xfrm>
          <a:off x="5128415" y="4405447"/>
          <a:ext cx="976318" cy="6346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000" kern="1200"/>
        </a:p>
      </dsp:txBody>
      <dsp:txXfrm>
        <a:off x="5159394" y="4436426"/>
        <a:ext cx="914360" cy="572649"/>
      </dsp:txXfrm>
    </dsp:sp>
    <dsp:sp modelId="{F33AFEEB-17B3-44E5-BAB1-4903D64A7D99}">
      <dsp:nvSpPr>
        <dsp:cNvPr id="0" name=""/>
        <dsp:cNvSpPr/>
      </dsp:nvSpPr>
      <dsp:spPr>
        <a:xfrm>
          <a:off x="3413980" y="317561"/>
          <a:ext cx="4405189" cy="4405189"/>
        </a:xfrm>
        <a:custGeom>
          <a:avLst/>
          <a:gdLst/>
          <a:ahLst/>
          <a:cxnLst/>
          <a:rect l="0" t="0" r="0" b="0"/>
          <a:pathLst>
            <a:path>
              <a:moveTo>
                <a:pt x="1707401" y="4348802"/>
              </a:moveTo>
              <a:arcTo wR="2202594" hR="2202594" stAng="6179547" swAng="1108868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F48014-1659-4802-9738-8C7AC6379AE0}">
      <dsp:nvSpPr>
        <dsp:cNvPr id="0" name=""/>
        <dsp:cNvSpPr/>
      </dsp:nvSpPr>
      <dsp:spPr>
        <a:xfrm>
          <a:off x="3570945" y="3760322"/>
          <a:ext cx="976318" cy="6346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700" kern="1200"/>
        </a:p>
      </dsp:txBody>
      <dsp:txXfrm>
        <a:off x="3601924" y="3791301"/>
        <a:ext cx="914360" cy="572649"/>
      </dsp:txXfrm>
    </dsp:sp>
    <dsp:sp modelId="{5A370C90-4554-4A2A-8CD5-097C4CD737F2}">
      <dsp:nvSpPr>
        <dsp:cNvPr id="0" name=""/>
        <dsp:cNvSpPr/>
      </dsp:nvSpPr>
      <dsp:spPr>
        <a:xfrm>
          <a:off x="3413980" y="317561"/>
          <a:ext cx="4405189" cy="4405189"/>
        </a:xfrm>
        <a:custGeom>
          <a:avLst/>
          <a:gdLst/>
          <a:ahLst/>
          <a:cxnLst/>
          <a:rect l="0" t="0" r="0" b="0"/>
          <a:pathLst>
            <a:path>
              <a:moveTo>
                <a:pt x="376759" y="3434563"/>
              </a:moveTo>
              <a:arcTo wR="2202594" hR="2202594" stAng="8759447" swAng="1528128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D471A22-3899-4E66-BA06-B05A66BF8AD8}">
      <dsp:nvSpPr>
        <dsp:cNvPr id="0" name=""/>
        <dsp:cNvSpPr/>
      </dsp:nvSpPr>
      <dsp:spPr>
        <a:xfrm>
          <a:off x="2925820" y="2202852"/>
          <a:ext cx="976318" cy="6346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700" kern="1200"/>
        </a:p>
      </dsp:txBody>
      <dsp:txXfrm>
        <a:off x="2956799" y="2233831"/>
        <a:ext cx="914360" cy="572649"/>
      </dsp:txXfrm>
    </dsp:sp>
    <dsp:sp modelId="{01AEAD24-5E3A-4734-9CC9-0BC942866463}">
      <dsp:nvSpPr>
        <dsp:cNvPr id="0" name=""/>
        <dsp:cNvSpPr/>
      </dsp:nvSpPr>
      <dsp:spPr>
        <a:xfrm>
          <a:off x="3413980" y="317561"/>
          <a:ext cx="4405189" cy="4405189"/>
        </a:xfrm>
        <a:custGeom>
          <a:avLst/>
          <a:gdLst/>
          <a:ahLst/>
          <a:cxnLst/>
          <a:rect l="0" t="0" r="0" b="0"/>
          <a:pathLst>
            <a:path>
              <a:moveTo>
                <a:pt x="24423" y="1875494"/>
              </a:moveTo>
              <a:arcTo wR="2202594" hR="2202594" stAng="11312425" swAng="1528128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63211E-E599-4F59-B09D-0706755F6F2A}">
      <dsp:nvSpPr>
        <dsp:cNvPr id="0" name=""/>
        <dsp:cNvSpPr/>
      </dsp:nvSpPr>
      <dsp:spPr>
        <a:xfrm>
          <a:off x="3570945" y="645382"/>
          <a:ext cx="976318" cy="634607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700" kern="1200"/>
        </a:p>
      </dsp:txBody>
      <dsp:txXfrm>
        <a:off x="3601924" y="676361"/>
        <a:ext cx="914360" cy="572649"/>
      </dsp:txXfrm>
    </dsp:sp>
    <dsp:sp modelId="{42D8E8C4-3C30-415E-A2B8-58C9FDF4C49B}">
      <dsp:nvSpPr>
        <dsp:cNvPr id="0" name=""/>
        <dsp:cNvSpPr/>
      </dsp:nvSpPr>
      <dsp:spPr>
        <a:xfrm>
          <a:off x="3413980" y="317561"/>
          <a:ext cx="4405189" cy="4405189"/>
        </a:xfrm>
        <a:custGeom>
          <a:avLst/>
          <a:gdLst/>
          <a:ahLst/>
          <a:cxnLst/>
          <a:rect l="0" t="0" r="0" b="0"/>
          <a:pathLst>
            <a:path>
              <a:moveTo>
                <a:pt x="1052607" y="324043"/>
              </a:moveTo>
              <a:arcTo wR="2202594" hR="2202594" stAng="14311584" swAng="1108868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8B8E4AD-2182-4EB6-B10A-331A5315915E}">
      <dsp:nvSpPr>
        <dsp:cNvPr id="0" name=""/>
        <dsp:cNvSpPr/>
      </dsp:nvSpPr>
      <dsp:spPr>
        <a:xfrm>
          <a:off x="4750600" y="3028"/>
          <a:ext cx="868348" cy="56442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800" kern="1200"/>
        </a:p>
      </dsp:txBody>
      <dsp:txXfrm>
        <a:off x="4778153" y="30581"/>
        <a:ext cx="813242" cy="509320"/>
      </dsp:txXfrm>
    </dsp:sp>
    <dsp:sp modelId="{B7731E6A-5CCD-43D7-AB23-8D6D7E36F6B2}">
      <dsp:nvSpPr>
        <dsp:cNvPr id="0" name=""/>
        <dsp:cNvSpPr/>
      </dsp:nvSpPr>
      <dsp:spPr>
        <a:xfrm>
          <a:off x="3226879" y="285241"/>
          <a:ext cx="3915791" cy="3915791"/>
        </a:xfrm>
        <a:custGeom>
          <a:avLst/>
          <a:gdLst/>
          <a:ahLst/>
          <a:cxnLst/>
          <a:rect l="0" t="0" r="0" b="0"/>
          <a:pathLst>
            <a:path>
              <a:moveTo>
                <a:pt x="2398317" y="50178"/>
              </a:moveTo>
              <a:arcTo wR="1957895" hR="1957895" stAng="16979983" swAng="110790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B0C0DB-47CD-4A78-A121-F88A058FF4E6}">
      <dsp:nvSpPr>
        <dsp:cNvPr id="0" name=""/>
        <dsp:cNvSpPr/>
      </dsp:nvSpPr>
      <dsp:spPr>
        <a:xfrm>
          <a:off x="6135042" y="576482"/>
          <a:ext cx="868348" cy="56442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800" kern="1200"/>
        </a:p>
      </dsp:txBody>
      <dsp:txXfrm>
        <a:off x="6162595" y="604035"/>
        <a:ext cx="813242" cy="509320"/>
      </dsp:txXfrm>
    </dsp:sp>
    <dsp:sp modelId="{A07AF147-CC6F-4D89-94CF-D72101094FF1}">
      <dsp:nvSpPr>
        <dsp:cNvPr id="0" name=""/>
        <dsp:cNvSpPr/>
      </dsp:nvSpPr>
      <dsp:spPr>
        <a:xfrm>
          <a:off x="3226879" y="285241"/>
          <a:ext cx="3915791" cy="3915791"/>
        </a:xfrm>
        <a:custGeom>
          <a:avLst/>
          <a:gdLst/>
          <a:ahLst/>
          <a:cxnLst/>
          <a:rect l="0" t="0" r="0" b="0"/>
          <a:pathLst>
            <a:path>
              <a:moveTo>
                <a:pt x="3580995" y="862951"/>
              </a:moveTo>
              <a:arcTo wR="1957895" hR="1957895" stAng="19559783" swAng="15275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D4A66AA-D52E-4C48-9EF1-1C94314CE81D}">
      <dsp:nvSpPr>
        <dsp:cNvPr id="0" name=""/>
        <dsp:cNvSpPr/>
      </dsp:nvSpPr>
      <dsp:spPr>
        <a:xfrm>
          <a:off x="6708496" y="1960924"/>
          <a:ext cx="868348" cy="56442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800" kern="1200"/>
        </a:p>
      </dsp:txBody>
      <dsp:txXfrm>
        <a:off x="6736049" y="1988477"/>
        <a:ext cx="813242" cy="509320"/>
      </dsp:txXfrm>
    </dsp:sp>
    <dsp:sp modelId="{747A745D-72FC-46D1-8122-40EEC407D56F}">
      <dsp:nvSpPr>
        <dsp:cNvPr id="0" name=""/>
        <dsp:cNvSpPr/>
      </dsp:nvSpPr>
      <dsp:spPr>
        <a:xfrm>
          <a:off x="3226879" y="285241"/>
          <a:ext cx="3915791" cy="3915791"/>
        </a:xfrm>
        <a:custGeom>
          <a:avLst/>
          <a:gdLst/>
          <a:ahLst/>
          <a:cxnLst/>
          <a:rect l="0" t="0" r="0" b="0"/>
          <a:pathLst>
            <a:path>
              <a:moveTo>
                <a:pt x="3894057" y="2248814"/>
              </a:moveTo>
              <a:arcTo wR="1957895" hR="1957895" stAng="512704" swAng="15275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6FCE95-3F04-49AD-B109-0DFE7FF395DB}">
      <dsp:nvSpPr>
        <dsp:cNvPr id="0" name=""/>
        <dsp:cNvSpPr/>
      </dsp:nvSpPr>
      <dsp:spPr>
        <a:xfrm>
          <a:off x="6135042" y="3345365"/>
          <a:ext cx="868348" cy="56442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800" kern="1200"/>
        </a:p>
      </dsp:txBody>
      <dsp:txXfrm>
        <a:off x="6162595" y="3372918"/>
        <a:ext cx="813242" cy="509320"/>
      </dsp:txXfrm>
    </dsp:sp>
    <dsp:sp modelId="{90959250-0137-47FE-8E57-6F6131EA36CA}">
      <dsp:nvSpPr>
        <dsp:cNvPr id="0" name=""/>
        <dsp:cNvSpPr/>
      </dsp:nvSpPr>
      <dsp:spPr>
        <a:xfrm>
          <a:off x="3226879" y="285241"/>
          <a:ext cx="3915791" cy="3915791"/>
        </a:xfrm>
        <a:custGeom>
          <a:avLst/>
          <a:gdLst/>
          <a:ahLst/>
          <a:cxnLst/>
          <a:rect l="0" t="0" r="0" b="0"/>
          <a:pathLst>
            <a:path>
              <a:moveTo>
                <a:pt x="2979867" y="3627904"/>
              </a:moveTo>
              <a:arcTo wR="1957895" hR="1957895" stAng="3512113" swAng="110790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5A44566-CBAD-4498-B82F-F1D24A60B940}">
      <dsp:nvSpPr>
        <dsp:cNvPr id="0" name=""/>
        <dsp:cNvSpPr/>
      </dsp:nvSpPr>
      <dsp:spPr>
        <a:xfrm>
          <a:off x="4750600" y="3918819"/>
          <a:ext cx="868348" cy="56442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800" kern="1200"/>
        </a:p>
      </dsp:txBody>
      <dsp:txXfrm>
        <a:off x="4778153" y="3946372"/>
        <a:ext cx="813242" cy="509320"/>
      </dsp:txXfrm>
    </dsp:sp>
    <dsp:sp modelId="{F33AFEEB-17B3-44E5-BAB1-4903D64A7D99}">
      <dsp:nvSpPr>
        <dsp:cNvPr id="0" name=""/>
        <dsp:cNvSpPr/>
      </dsp:nvSpPr>
      <dsp:spPr>
        <a:xfrm>
          <a:off x="3226879" y="285241"/>
          <a:ext cx="3915791" cy="3915791"/>
        </a:xfrm>
        <a:custGeom>
          <a:avLst/>
          <a:gdLst/>
          <a:ahLst/>
          <a:cxnLst/>
          <a:rect l="0" t="0" r="0" b="0"/>
          <a:pathLst>
            <a:path>
              <a:moveTo>
                <a:pt x="1517474" y="3865612"/>
              </a:moveTo>
              <a:arcTo wR="1957895" hR="1957895" stAng="6179983" swAng="110790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3F48014-1659-4802-9738-8C7AC6379AE0}">
      <dsp:nvSpPr>
        <dsp:cNvPr id="0" name=""/>
        <dsp:cNvSpPr/>
      </dsp:nvSpPr>
      <dsp:spPr>
        <a:xfrm>
          <a:off x="3366159" y="3345365"/>
          <a:ext cx="868348" cy="56442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400" kern="1200"/>
        </a:p>
      </dsp:txBody>
      <dsp:txXfrm>
        <a:off x="3393712" y="3372918"/>
        <a:ext cx="813242" cy="509320"/>
      </dsp:txXfrm>
    </dsp:sp>
    <dsp:sp modelId="{5A370C90-4554-4A2A-8CD5-097C4CD737F2}">
      <dsp:nvSpPr>
        <dsp:cNvPr id="0" name=""/>
        <dsp:cNvSpPr/>
      </dsp:nvSpPr>
      <dsp:spPr>
        <a:xfrm>
          <a:off x="3226879" y="285241"/>
          <a:ext cx="3915791" cy="3915791"/>
        </a:xfrm>
        <a:custGeom>
          <a:avLst/>
          <a:gdLst/>
          <a:ahLst/>
          <a:cxnLst/>
          <a:rect l="0" t="0" r="0" b="0"/>
          <a:pathLst>
            <a:path>
              <a:moveTo>
                <a:pt x="334795" y="3052839"/>
              </a:moveTo>
              <a:arcTo wR="1957895" hR="1957895" stAng="8759783" swAng="15275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D471A22-3899-4E66-BA06-B05A66BF8AD8}">
      <dsp:nvSpPr>
        <dsp:cNvPr id="0" name=""/>
        <dsp:cNvSpPr/>
      </dsp:nvSpPr>
      <dsp:spPr>
        <a:xfrm>
          <a:off x="2792705" y="1960924"/>
          <a:ext cx="868348" cy="56442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400" kern="1200"/>
        </a:p>
      </dsp:txBody>
      <dsp:txXfrm>
        <a:off x="2820258" y="1988477"/>
        <a:ext cx="813242" cy="509320"/>
      </dsp:txXfrm>
    </dsp:sp>
    <dsp:sp modelId="{01AEAD24-5E3A-4734-9CC9-0BC942866463}">
      <dsp:nvSpPr>
        <dsp:cNvPr id="0" name=""/>
        <dsp:cNvSpPr/>
      </dsp:nvSpPr>
      <dsp:spPr>
        <a:xfrm>
          <a:off x="3226879" y="285241"/>
          <a:ext cx="3915791" cy="3915791"/>
        </a:xfrm>
        <a:custGeom>
          <a:avLst/>
          <a:gdLst/>
          <a:ahLst/>
          <a:cxnLst/>
          <a:rect l="0" t="0" r="0" b="0"/>
          <a:pathLst>
            <a:path>
              <a:moveTo>
                <a:pt x="21734" y="1666977"/>
              </a:moveTo>
              <a:arcTo wR="1957895" hR="1957895" stAng="11312704" swAng="15275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63211E-E599-4F59-B09D-0706755F6F2A}">
      <dsp:nvSpPr>
        <dsp:cNvPr id="0" name=""/>
        <dsp:cNvSpPr/>
      </dsp:nvSpPr>
      <dsp:spPr>
        <a:xfrm>
          <a:off x="3366159" y="576482"/>
          <a:ext cx="868348" cy="56442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2400" kern="1200"/>
        </a:p>
      </dsp:txBody>
      <dsp:txXfrm>
        <a:off x="3393712" y="604035"/>
        <a:ext cx="813242" cy="509320"/>
      </dsp:txXfrm>
    </dsp:sp>
    <dsp:sp modelId="{42D8E8C4-3C30-415E-A2B8-58C9FDF4C49B}">
      <dsp:nvSpPr>
        <dsp:cNvPr id="0" name=""/>
        <dsp:cNvSpPr/>
      </dsp:nvSpPr>
      <dsp:spPr>
        <a:xfrm>
          <a:off x="3226879" y="285241"/>
          <a:ext cx="3915791" cy="3915791"/>
        </a:xfrm>
        <a:custGeom>
          <a:avLst/>
          <a:gdLst/>
          <a:ahLst/>
          <a:cxnLst/>
          <a:rect l="0" t="0" r="0" b="0"/>
          <a:pathLst>
            <a:path>
              <a:moveTo>
                <a:pt x="935924" y="287886"/>
              </a:moveTo>
              <a:arcTo wR="1957895" hR="1957895" stAng="14312113" swAng="110790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632193-6512-4E94-9734-2C8CFEADC4D3}">
      <dsp:nvSpPr>
        <dsp:cNvPr id="0" name=""/>
        <dsp:cNvSpPr/>
      </dsp:nvSpPr>
      <dsp:spPr>
        <a:xfrm rot="5400000">
          <a:off x="2009573" y="502702"/>
          <a:ext cx="1319830" cy="114825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700" kern="1200"/>
        </a:p>
      </dsp:txBody>
      <dsp:txXfrm rot="-5400000">
        <a:off x="2274298" y="622588"/>
        <a:ext cx="790380" cy="908483"/>
      </dsp:txXfrm>
    </dsp:sp>
    <dsp:sp modelId="{BAA0772C-C7AC-4E4D-98B7-1AB10FED1C80}">
      <dsp:nvSpPr>
        <dsp:cNvPr id="0" name=""/>
        <dsp:cNvSpPr/>
      </dsp:nvSpPr>
      <dsp:spPr>
        <a:xfrm>
          <a:off x="3278457" y="680879"/>
          <a:ext cx="1472930" cy="7918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300" kern="1200"/>
        </a:p>
      </dsp:txBody>
      <dsp:txXfrm>
        <a:off x="3278457" y="680879"/>
        <a:ext cx="1472930" cy="791898"/>
      </dsp:txXfrm>
    </dsp:sp>
    <dsp:sp modelId="{83871B8D-4CDB-4664-93B7-5240019E194D}">
      <dsp:nvSpPr>
        <dsp:cNvPr id="0" name=""/>
        <dsp:cNvSpPr/>
      </dsp:nvSpPr>
      <dsp:spPr>
        <a:xfrm rot="5400000">
          <a:off x="769460" y="502702"/>
          <a:ext cx="1319830" cy="114825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600" kern="1200"/>
        </a:p>
      </dsp:txBody>
      <dsp:txXfrm rot="-5400000">
        <a:off x="1034185" y="622588"/>
        <a:ext cx="790380" cy="908483"/>
      </dsp:txXfrm>
    </dsp:sp>
    <dsp:sp modelId="{BAE4F61E-C2D8-428D-9E5C-C8D8322A4190}">
      <dsp:nvSpPr>
        <dsp:cNvPr id="0" name=""/>
        <dsp:cNvSpPr/>
      </dsp:nvSpPr>
      <dsp:spPr>
        <a:xfrm rot="5400000">
          <a:off x="1387141" y="1622973"/>
          <a:ext cx="1319830" cy="114825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700" kern="1200"/>
        </a:p>
      </dsp:txBody>
      <dsp:txXfrm rot="-5400000">
        <a:off x="1651866" y="1742859"/>
        <a:ext cx="790380" cy="908483"/>
      </dsp:txXfrm>
    </dsp:sp>
    <dsp:sp modelId="{74BB7636-4795-4604-84D5-265E89579914}">
      <dsp:nvSpPr>
        <dsp:cNvPr id="0" name=""/>
        <dsp:cNvSpPr/>
      </dsp:nvSpPr>
      <dsp:spPr>
        <a:xfrm>
          <a:off x="0" y="1801151"/>
          <a:ext cx="1425416" cy="7918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200" kern="1200"/>
        </a:p>
      </dsp:txBody>
      <dsp:txXfrm>
        <a:off x="0" y="1801151"/>
        <a:ext cx="1425416" cy="791898"/>
      </dsp:txXfrm>
    </dsp:sp>
    <dsp:sp modelId="{BCAE4CE2-0E5A-469A-AC79-E6F242F94877}">
      <dsp:nvSpPr>
        <dsp:cNvPr id="0" name=""/>
        <dsp:cNvSpPr/>
      </dsp:nvSpPr>
      <dsp:spPr>
        <a:xfrm rot="5400000">
          <a:off x="2627253" y="1622973"/>
          <a:ext cx="1319830" cy="114825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600" kern="1200"/>
        </a:p>
      </dsp:txBody>
      <dsp:txXfrm rot="-5400000">
        <a:off x="2891978" y="1742859"/>
        <a:ext cx="790380" cy="908483"/>
      </dsp:txXfrm>
    </dsp:sp>
    <dsp:sp modelId="{F10A6278-1FAF-4275-BFF9-3F1DFAF82732}">
      <dsp:nvSpPr>
        <dsp:cNvPr id="0" name=""/>
        <dsp:cNvSpPr/>
      </dsp:nvSpPr>
      <dsp:spPr>
        <a:xfrm rot="5400000">
          <a:off x="2009573" y="2743245"/>
          <a:ext cx="1319830" cy="114825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700" kern="1200"/>
        </a:p>
      </dsp:txBody>
      <dsp:txXfrm rot="-5400000">
        <a:off x="2274298" y="2863131"/>
        <a:ext cx="790380" cy="908483"/>
      </dsp:txXfrm>
    </dsp:sp>
    <dsp:sp modelId="{618F7D9E-C844-44AA-AED5-5A9B113B3291}">
      <dsp:nvSpPr>
        <dsp:cNvPr id="0" name=""/>
        <dsp:cNvSpPr/>
      </dsp:nvSpPr>
      <dsp:spPr>
        <a:xfrm>
          <a:off x="3278457" y="2921422"/>
          <a:ext cx="1472930" cy="79189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300" kern="1200"/>
        </a:p>
      </dsp:txBody>
      <dsp:txXfrm>
        <a:off x="3278457" y="2921422"/>
        <a:ext cx="1472930" cy="791898"/>
      </dsp:txXfrm>
    </dsp:sp>
    <dsp:sp modelId="{20E2E630-A819-4E0B-8A84-F111F73AF00C}">
      <dsp:nvSpPr>
        <dsp:cNvPr id="0" name=""/>
        <dsp:cNvSpPr/>
      </dsp:nvSpPr>
      <dsp:spPr>
        <a:xfrm rot="5400000">
          <a:off x="769460" y="2743245"/>
          <a:ext cx="1319830" cy="1148252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600" kern="1200"/>
        </a:p>
      </dsp:txBody>
      <dsp:txXfrm rot="-5400000">
        <a:off x="1034185" y="2863131"/>
        <a:ext cx="790380" cy="90848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71C613-987C-421C-AC91-83DCCE3F75A4}">
      <dsp:nvSpPr>
        <dsp:cNvPr id="0" name=""/>
        <dsp:cNvSpPr/>
      </dsp:nvSpPr>
      <dsp:spPr>
        <a:xfrm rot="5400000">
          <a:off x="2010244" y="548173"/>
          <a:ext cx="1320270" cy="1148635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700" kern="1200"/>
        </a:p>
      </dsp:txBody>
      <dsp:txXfrm rot="-5400000">
        <a:off x="2275057" y="668098"/>
        <a:ext cx="790643" cy="908786"/>
      </dsp:txXfrm>
    </dsp:sp>
    <dsp:sp modelId="{9000E7B8-616C-4939-96EE-8FD838931CCC}">
      <dsp:nvSpPr>
        <dsp:cNvPr id="0" name=""/>
        <dsp:cNvSpPr/>
      </dsp:nvSpPr>
      <dsp:spPr>
        <a:xfrm>
          <a:off x="3279552" y="726410"/>
          <a:ext cx="1473422" cy="792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300" kern="1200"/>
        </a:p>
      </dsp:txBody>
      <dsp:txXfrm>
        <a:off x="3279552" y="726410"/>
        <a:ext cx="1473422" cy="792162"/>
      </dsp:txXfrm>
    </dsp:sp>
    <dsp:sp modelId="{FBABA1AF-D649-4F28-896C-545B7C1FD9C3}">
      <dsp:nvSpPr>
        <dsp:cNvPr id="0" name=""/>
        <dsp:cNvSpPr/>
      </dsp:nvSpPr>
      <dsp:spPr>
        <a:xfrm rot="5400000">
          <a:off x="769717" y="548173"/>
          <a:ext cx="1320270" cy="1148635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600" kern="1200"/>
        </a:p>
      </dsp:txBody>
      <dsp:txXfrm rot="-5400000">
        <a:off x="1034530" y="668098"/>
        <a:ext cx="790643" cy="908786"/>
      </dsp:txXfrm>
    </dsp:sp>
    <dsp:sp modelId="{79C83DFF-ECF1-46AF-A120-A6539F8BCACA}">
      <dsp:nvSpPr>
        <dsp:cNvPr id="0" name=""/>
        <dsp:cNvSpPr/>
      </dsp:nvSpPr>
      <dsp:spPr>
        <a:xfrm rot="5400000">
          <a:off x="1387604" y="1668819"/>
          <a:ext cx="1320270" cy="1148635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700" kern="1200"/>
        </a:p>
      </dsp:txBody>
      <dsp:txXfrm rot="-5400000">
        <a:off x="1652417" y="1788744"/>
        <a:ext cx="790643" cy="908786"/>
      </dsp:txXfrm>
    </dsp:sp>
    <dsp:sp modelId="{DAB0772A-7E5D-44D9-B2B3-18E1EC774721}">
      <dsp:nvSpPr>
        <dsp:cNvPr id="0" name=""/>
        <dsp:cNvSpPr/>
      </dsp:nvSpPr>
      <dsp:spPr>
        <a:xfrm>
          <a:off x="0" y="1847056"/>
          <a:ext cx="1425892" cy="792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200" kern="1200"/>
        </a:p>
      </dsp:txBody>
      <dsp:txXfrm>
        <a:off x="0" y="1847056"/>
        <a:ext cx="1425892" cy="792162"/>
      </dsp:txXfrm>
    </dsp:sp>
    <dsp:sp modelId="{5203404D-108C-48F8-97EB-E315D85581DD}">
      <dsp:nvSpPr>
        <dsp:cNvPr id="0" name=""/>
        <dsp:cNvSpPr/>
      </dsp:nvSpPr>
      <dsp:spPr>
        <a:xfrm rot="5400000">
          <a:off x="2628131" y="1668819"/>
          <a:ext cx="1320270" cy="1148635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600" kern="1200"/>
        </a:p>
      </dsp:txBody>
      <dsp:txXfrm rot="-5400000">
        <a:off x="2892944" y="1788744"/>
        <a:ext cx="790643" cy="908786"/>
      </dsp:txXfrm>
    </dsp:sp>
    <dsp:sp modelId="{9DB714D0-B395-4D04-B02C-4268ABA2DCB5}">
      <dsp:nvSpPr>
        <dsp:cNvPr id="0" name=""/>
        <dsp:cNvSpPr/>
      </dsp:nvSpPr>
      <dsp:spPr>
        <a:xfrm rot="5400000">
          <a:off x="2010244" y="2789465"/>
          <a:ext cx="1320270" cy="1148635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1700" kern="1200"/>
        </a:p>
      </dsp:txBody>
      <dsp:txXfrm rot="-5400000">
        <a:off x="2275057" y="2909390"/>
        <a:ext cx="790643" cy="908786"/>
      </dsp:txXfrm>
    </dsp:sp>
    <dsp:sp modelId="{7EFC727D-4B49-4C77-B5B5-5F061D62EF40}">
      <dsp:nvSpPr>
        <dsp:cNvPr id="0" name=""/>
        <dsp:cNvSpPr/>
      </dsp:nvSpPr>
      <dsp:spPr>
        <a:xfrm>
          <a:off x="3279552" y="2967702"/>
          <a:ext cx="1473422" cy="7921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300" kern="1200"/>
        </a:p>
      </dsp:txBody>
      <dsp:txXfrm>
        <a:off x="3279552" y="2967702"/>
        <a:ext cx="1473422" cy="792162"/>
      </dsp:txXfrm>
    </dsp:sp>
    <dsp:sp modelId="{72E15B24-E3EC-4C82-A54D-78DC041DF9DA}">
      <dsp:nvSpPr>
        <dsp:cNvPr id="0" name=""/>
        <dsp:cNvSpPr/>
      </dsp:nvSpPr>
      <dsp:spPr>
        <a:xfrm rot="5400000">
          <a:off x="769717" y="2789465"/>
          <a:ext cx="1320270" cy="1148635"/>
        </a:xfrm>
        <a:prstGeom prst="hexagon">
          <a:avLst>
            <a:gd name="adj" fmla="val 25000"/>
            <a:gd name="vf" fmla="val 1154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pl-PL" sz="3600" kern="1200"/>
        </a:p>
      </dsp:txBody>
      <dsp:txXfrm rot="-5400000">
        <a:off x="1034530" y="2909390"/>
        <a:ext cx="790643" cy="9087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AlternatingHexagons">
  <dgm:title val=""/>
  <dgm:desc val=""/>
  <dgm:catLst>
    <dgm:cat type="list" pri="1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40" srcId="0" destId="10" srcOrd="0" destOrd="0"/>
        <dgm:cxn modelId="12" srcId="10" destId="11" srcOrd="0" destOrd="0"/>
        <dgm:cxn modelId="50" srcId="0" destId="20" srcOrd="1" destOrd="0"/>
        <dgm:cxn modelId="22" srcId="20" destId="21" srcOrd="0" destOrd="0"/>
        <dgm:cxn modelId="60" srcId="0" destId="30" srcOrd="1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Name0">
    <dgm:varLst>
      <dgm:chMax/>
      <dgm:chPref/>
      <dgm:dir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primFontSz" for="des" forName="Parent1" val="65"/>
      <dgm:constr type="primFontSz" for="des" forName="Childtext1" refType="primFontSz" refFor="des" refForName="Parent1" op="lte"/>
      <dgm:constr type="w" for="ch" forName="composite" refType="w"/>
      <dgm:constr type="h" for="ch" forName="composite" refType="h"/>
      <dgm:constr type="h" for="ch" forName="spaceBetweenRectangles" refType="w" refFor="ch" refForName="composite" fact="-0.042"/>
      <dgm:constr type="sp" refType="h" refFor="ch" refForName="composite" op="equ" fact="0.1"/>
    </dgm:constrLst>
    <dgm:forEach name="nodesForEach" axis="ch" ptType="node">
      <dgm:layoutNode name="composite">
        <dgm:alg type="composite">
          <dgm:param type="ar" val="3.6"/>
        </dgm:alg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hoose name="Name3">
              <dgm:if name="Name4" axis="self" ptType="node" func="posOdd" op="equ" val="1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/>
                  <dgm:constr type="h" for="ch" forName="BalanceSpacing" refType="h" fact="0.1"/>
                  <dgm:constr type="l" for="ch" forName="BalanceSpacing1" refType="w" fact="0.69"/>
                  <dgm:constr type="t" for="ch" forName="BalanceSpacing1" refType="h" fact="0.2"/>
                  <dgm:constr type="w" for="ch" forName="BalanceSpacing1" refType="w" fact="0.31"/>
                  <dgm:constr type="h" for="ch" forName="BalanceSpacing1" refType="h" fact="0.6"/>
                </dgm:constrLst>
              </dgm:if>
              <dgm:else name="Name5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  <dgm:constr type="l" for="ch" forName="BalanceSpacing1" refType="w" fact="0"/>
                  <dgm:constr type="t" for="ch" forName="BalanceSpacing1" refType="h" fact="0.2"/>
                  <dgm:constr type="w" for="ch" forName="BalanceSpacing1" refType="w" fact="0.3"/>
                  <dgm:constr type="h" for="ch" forName="BalanceSpacing1" refType="h" fact="0.6"/>
                </dgm:constrLst>
              </dgm:else>
            </dgm:choose>
          </dgm:if>
          <dgm:else name="Name6">
            <dgm:choose name="Name7">
              <dgm:if name="Name8" axis="self" ptType="node" func="posOdd" op="equ" val="1">
                <dgm:constrLst>
                  <dgm:constr type="l" for="ch" forName="Accent1" refType="w" fact="0.571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571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3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"/>
                  <dgm:constr type="t" for="ch" forName="Childtext1" refType="h" fact="0.2"/>
                  <dgm:constr type="w" for="ch" forName="Childtext1" refType="w" fact="0.3"/>
                  <dgm:constr type="h" for="ch" forName="Childtext1" refType="h" fact="0.6"/>
                  <dgm:constr type="l" for="ch" forName="BalanceSpacing" refType="w" fact="0.82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if>
              <dgm:else name="Name9">
                <dgm:constrLst>
                  <dgm:constr type="l" for="ch" forName="Accent1" refType="w" fact="0.18"/>
                  <dgm:constr type="t" for="ch" forName="Accent1" refType="h" fact="0"/>
                  <dgm:constr type="h" for="ch" forName="Accent1" refType="h"/>
                  <dgm:constr type="w" for="ch" forName="Accent1" refType="h" fact="0.87"/>
                  <dgm:constr type="l" for="ch" forName="Accent1Text" refType="w" fact="0.18"/>
                  <dgm:constr type="t" for="ch" forName="Accent1Text" refType="h" fact="0"/>
                  <dgm:constr type="h" for="ch" forName="Accent1Text" refType="h"/>
                  <dgm:constr type="w" for="ch" forName="Accent1Text" refType="h" fact="0.87"/>
                  <dgm:constr type="l" for="ch" forName="Parent1" refType="w" fact="0.441"/>
                  <dgm:constr type="t" for="ch" forName="Parent1" refType="h" fact="0"/>
                  <dgm:constr type="h" for="ch" forName="Parent1" refType="h"/>
                  <dgm:constr type="w" for="ch" forName="Parent1" refType="h" fact="0.87"/>
                  <dgm:constr type="l" for="ch" forName="Childtext1" refType="w" fact="0.69"/>
                  <dgm:constr type="t" for="ch" forName="Childtext1" refType="h" fact="0.2"/>
                  <dgm:constr type="w" for="ch" forName="Childtext1" refType="w" fact="0.31"/>
                  <dgm:constr type="h" for="ch" forName="Childtext1" refType="h" fact="0.6"/>
                  <dgm:constr type="l" for="ch" forName="BalanceSpacing" refType="w" fact="0"/>
                  <dgm:constr type="t" for="ch" forName="BalanceSpacing" refType="h" fact="0"/>
                  <dgm:constr type="w" for="ch" forName="BalanceSpacing" refType="w" fact="0.18"/>
                  <dgm:constr type="h" for="ch" forName="BalanceSpacing" refType="h"/>
                </dgm:constrLst>
              </dgm:else>
            </dgm:choose>
          </dgm:else>
        </dgm:choose>
        <dgm:layoutNode name="Parent1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rot="90" type="hexagon" r:blip="">
            <dgm:adjLst>
              <dgm:adj idx="1" val="0.25"/>
              <dgm:adj idx="2" val="1.154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hildtext1" styleLbl="revTx">
          <dgm:varLst>
            <dgm:chMax val="0"/>
            <dgm:chPref val="0"/>
            <dgm:bulletEnabled val="1"/>
          </dgm:varLst>
          <dgm:choose name="Name10">
            <dgm:if name="Name11" func="var" arg="dir" op="equ" val="norm">
              <dgm:choose name="Name12">
                <dgm:if name="Name13" axis="self" ptType="node" func="posOdd" op="equ" val="1">
                  <dgm:alg type="tx">
                    <dgm:param type="parTxLTRAlign" val="l"/>
                  </dgm:alg>
                </dgm:if>
                <dgm:else name="Name14">
                  <dgm:alg type="tx">
                    <dgm:param type="parTxLTRAlign" val="r"/>
                  </dgm:alg>
                </dgm:else>
              </dgm:choose>
            </dgm:if>
            <dgm:else name="Name15">
              <dgm:choose name="Name16">
                <dgm:if name="Name17" axis="self" ptType="node" func="posOdd" op="equ" val="1">
                  <dgm:alg type="tx">
                    <dgm:param type="parTxLTRAlign" val="r"/>
                  </dgm:alg>
                </dgm:if>
                <dgm:else name="Name18">
                  <dgm:alg type="tx">
                    <dgm:param type="parTxLTRAlign" val="l"/>
                  </dgm:alg>
                </dgm:else>
              </dgm:choose>
            </dgm:else>
          </dgm:choose>
          <dgm:shape xmlns:r="http://schemas.openxmlformats.org/officeDocument/2006/relationships" type="rect" r:blip="">
            <dgm:adjLst/>
          </dgm:shape>
          <dgm:presOf axis="des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BalanceSpacing">
          <dgm:alg type="sp"/>
          <dgm:shape xmlns:r="http://schemas.openxmlformats.org/officeDocument/2006/relationships" r:blip="">
            <dgm:adjLst/>
          </dgm:shape>
        </dgm:layoutNode>
        <dgm:layoutNode name="BalanceSpacing1">
          <dgm:alg type="sp"/>
          <dgm:shape xmlns:r="http://schemas.openxmlformats.org/officeDocument/2006/relationships" r:blip="">
            <dgm:adjLst/>
          </dgm:shape>
        </dgm:layoutNode>
        <dgm:forEach name="Name19" axis="followSib" ptType="sibTrans" hideLastTrans="0" cnt="1">
          <dgm:layoutNode name="Accent1Text" styleLbl="node1">
            <dgm:alg type="tx"/>
            <dgm:shape xmlns:r="http://schemas.openxmlformats.org/officeDocument/2006/relationships" rot="90" type="hexagon" r:blip="">
              <dgm:adjLst>
                <dgm:adj idx="1" val="0.25"/>
                <dgm:adj idx="2" val="1.1547"/>
              </dgm:adjLst>
            </dgm:shape>
            <dgm:presOf axis="self" ptType="sibTrans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forEach>
      </dgm:layoutNode>
      <dgm:forEach name="Name2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C43180-B5B9-4DAD-ABBE-F77A099AFA77}" type="datetimeFigureOut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42460-FB40-4307-995F-45F207FD905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2176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rostokąt 24">
            <a:extLst>
              <a:ext uri="{FF2B5EF4-FFF2-40B4-BE49-F238E27FC236}">
                <a16:creationId xmlns:a16="http://schemas.microsoft.com/office/drawing/2014/main" id="{802D704E-2A57-447E-9627-6D6FD132D98C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0058F79-8041-40D8-9EC1-8F7BFE3BF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36718" y="1052513"/>
            <a:ext cx="6475858" cy="2457450"/>
          </a:xfrm>
        </p:spPr>
        <p:txBody>
          <a:bodyPr anchor="b"/>
          <a:lstStyle>
            <a:lvl1pPr algn="l">
              <a:defRPr sz="3200"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4F9DA542-2251-4F0D-9DB8-075D15311E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36718" y="3602038"/>
            <a:ext cx="6475858" cy="1655762"/>
          </a:xfrm>
        </p:spPr>
        <p:txBody>
          <a:bodyPr/>
          <a:lstStyle>
            <a:lvl1pPr marL="0" indent="0" algn="l">
              <a:lnSpc>
                <a:spcPct val="100000"/>
              </a:lnSpc>
              <a:spcAft>
                <a:spcPts val="400"/>
              </a:spcAft>
              <a:buNone/>
              <a:defRPr sz="1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5A555BB-1E3A-4FF3-8804-7C475BFE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CFB6A0-B34E-4418-B98C-B2B5E074896F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1B1F43E-38CB-4B4F-A4D7-7321D8AF8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F821BA8-D167-4BC2-B1F2-1AF6F9A961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cxnSp>
        <p:nvCxnSpPr>
          <p:cNvPr id="7" name="Łącznik prosty 6">
            <a:extLst>
              <a:ext uri="{FF2B5EF4-FFF2-40B4-BE49-F238E27FC236}">
                <a16:creationId xmlns:a16="http://schemas.microsoft.com/office/drawing/2014/main" id="{E1D44607-69A3-41E9-8AE4-F83873C814D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802641" y="2385053"/>
            <a:ext cx="0" cy="208789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8" name="Grafika 23">
            <a:extLst>
              <a:ext uri="{FF2B5EF4-FFF2-40B4-BE49-F238E27FC236}">
                <a16:creationId xmlns:a16="http://schemas.microsoft.com/office/drawing/2014/main" id="{69A20FC6-A77F-44E7-B9C6-4E61FD10C082}"/>
              </a:ext>
            </a:extLst>
          </p:cNvPr>
          <p:cNvGrpSpPr/>
          <p:nvPr/>
        </p:nvGrpSpPr>
        <p:grpSpPr>
          <a:xfrm>
            <a:off x="604298" y="2148637"/>
            <a:ext cx="3602322" cy="2568723"/>
            <a:chOff x="604298" y="2148637"/>
            <a:chExt cx="3602322" cy="2568723"/>
          </a:xfrm>
        </p:grpSpPr>
        <p:sp>
          <p:nvSpPr>
            <p:cNvPr id="9" name="Dowolny kształt: kształt 8">
              <a:extLst>
                <a:ext uri="{FF2B5EF4-FFF2-40B4-BE49-F238E27FC236}">
                  <a16:creationId xmlns:a16="http://schemas.microsoft.com/office/drawing/2014/main" id="{8F6AFBA4-592E-4647-9EEC-9DDEC4922796}"/>
                </a:ext>
              </a:extLst>
            </p:cNvPr>
            <p:cNvSpPr/>
            <p:nvPr/>
          </p:nvSpPr>
          <p:spPr>
            <a:xfrm>
              <a:off x="604298" y="2148637"/>
              <a:ext cx="3602322" cy="2568723"/>
            </a:xfrm>
            <a:custGeom>
              <a:avLst/>
              <a:gdLst>
                <a:gd name="connsiteX0" fmla="*/ -345 w 3602322"/>
                <a:gd name="connsiteY0" fmla="*/ 416 h 2568723"/>
                <a:gd name="connsiteX1" fmla="*/ 3601978 w 3602322"/>
                <a:gd name="connsiteY1" fmla="*/ 416 h 2568723"/>
                <a:gd name="connsiteX2" fmla="*/ 3601978 w 3602322"/>
                <a:gd name="connsiteY2" fmla="*/ 2569140 h 2568723"/>
                <a:gd name="connsiteX3" fmla="*/ -344 w 3602322"/>
                <a:gd name="connsiteY3" fmla="*/ 2569140 h 2568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02322" h="2568723">
                  <a:moveTo>
                    <a:pt x="-345" y="416"/>
                  </a:moveTo>
                  <a:lnTo>
                    <a:pt x="3601978" y="416"/>
                  </a:lnTo>
                  <a:lnTo>
                    <a:pt x="3601978" y="2569140"/>
                  </a:lnTo>
                  <a:lnTo>
                    <a:pt x="-344" y="2569140"/>
                  </a:lnTo>
                  <a:close/>
                </a:path>
              </a:pathLst>
            </a:custGeom>
            <a:noFill/>
            <a:ln w="230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l-PL"/>
            </a:p>
          </p:txBody>
        </p:sp>
        <p:grpSp>
          <p:nvGrpSpPr>
            <p:cNvPr id="10" name="Grafika 23">
              <a:extLst>
                <a:ext uri="{FF2B5EF4-FFF2-40B4-BE49-F238E27FC236}">
                  <a16:creationId xmlns:a16="http://schemas.microsoft.com/office/drawing/2014/main" id="{4790C2EF-49E0-45CD-918F-9594D11BCFB1}"/>
                </a:ext>
              </a:extLst>
            </p:cNvPr>
            <p:cNvGrpSpPr/>
            <p:nvPr/>
          </p:nvGrpSpPr>
          <p:grpSpPr>
            <a:xfrm>
              <a:off x="1239203" y="2790591"/>
              <a:ext cx="2332512" cy="1284822"/>
              <a:chOff x="1239203" y="2790591"/>
              <a:chExt cx="2332512" cy="1284822"/>
            </a:xfrm>
          </p:grpSpPr>
          <p:sp>
            <p:nvSpPr>
              <p:cNvPr id="11" name="Dowolny kształt: kształt 10">
                <a:extLst>
                  <a:ext uri="{FF2B5EF4-FFF2-40B4-BE49-F238E27FC236}">
                    <a16:creationId xmlns:a16="http://schemas.microsoft.com/office/drawing/2014/main" id="{A64DE312-DD38-4E1D-9097-709ED54DC034}"/>
                  </a:ext>
                </a:extLst>
              </p:cNvPr>
              <p:cNvSpPr/>
              <p:nvPr/>
            </p:nvSpPr>
            <p:spPr>
              <a:xfrm flipV="1">
                <a:off x="2916102" y="2790591"/>
                <a:ext cx="635777" cy="670742"/>
              </a:xfrm>
              <a:custGeom>
                <a:avLst/>
                <a:gdLst>
                  <a:gd name="connsiteX0" fmla="*/ 479562 w 635777"/>
                  <a:gd name="connsiteY0" fmla="*/ 335010 h 670742"/>
                  <a:gd name="connsiteX1" fmla="*/ 317527 w 635777"/>
                  <a:gd name="connsiteY1" fmla="*/ 536044 h 670742"/>
                  <a:gd name="connsiteX2" fmla="*/ 155656 w 635777"/>
                  <a:gd name="connsiteY2" fmla="*/ 335010 h 670742"/>
                  <a:gd name="connsiteX3" fmla="*/ 317527 w 635777"/>
                  <a:gd name="connsiteY3" fmla="*/ 133829 h 670742"/>
                  <a:gd name="connsiteX4" fmla="*/ 479562 w 635777"/>
                  <a:gd name="connsiteY4" fmla="*/ 335010 h 670742"/>
                  <a:gd name="connsiteX5" fmla="*/ 635901 w 635777"/>
                  <a:gd name="connsiteY5" fmla="*/ 335010 h 670742"/>
                  <a:gd name="connsiteX6" fmla="*/ 314975 w 635777"/>
                  <a:gd name="connsiteY6" fmla="*/ 42 h 670742"/>
                  <a:gd name="connsiteX7" fmla="*/ 124 w 635777"/>
                  <a:gd name="connsiteY7" fmla="*/ 335010 h 670742"/>
                  <a:gd name="connsiteX8" fmla="*/ 320935 w 635777"/>
                  <a:gd name="connsiteY8" fmla="*/ 670785 h 670742"/>
                  <a:gd name="connsiteX9" fmla="*/ 635901 w 635777"/>
                  <a:gd name="connsiteY9" fmla="*/ 335010 h 670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635777" h="670742">
                    <a:moveTo>
                      <a:pt x="479562" y="335010"/>
                    </a:moveTo>
                    <a:cubicBezTo>
                      <a:pt x="479562" y="428020"/>
                      <a:pt x="434489" y="536044"/>
                      <a:pt x="317527" y="536044"/>
                    </a:cubicBezTo>
                    <a:cubicBezTo>
                      <a:pt x="211413" y="536044"/>
                      <a:pt x="155656" y="444910"/>
                      <a:pt x="155656" y="335010"/>
                    </a:cubicBezTo>
                    <a:cubicBezTo>
                      <a:pt x="155656" y="211463"/>
                      <a:pt x="224533" y="133829"/>
                      <a:pt x="317527" y="133829"/>
                    </a:cubicBezTo>
                    <a:cubicBezTo>
                      <a:pt x="434489" y="133829"/>
                      <a:pt x="479562" y="240766"/>
                      <a:pt x="479562" y="335010"/>
                    </a:cubicBezTo>
                    <a:moveTo>
                      <a:pt x="635901" y="335010"/>
                    </a:moveTo>
                    <a:cubicBezTo>
                      <a:pt x="635901" y="140035"/>
                      <a:pt x="506000" y="42"/>
                      <a:pt x="314975" y="42"/>
                    </a:cubicBezTo>
                    <a:cubicBezTo>
                      <a:pt x="134453" y="42"/>
                      <a:pt x="124" y="128577"/>
                      <a:pt x="124" y="335010"/>
                    </a:cubicBezTo>
                    <a:cubicBezTo>
                      <a:pt x="124" y="556720"/>
                      <a:pt x="159426" y="670785"/>
                      <a:pt x="320935" y="670785"/>
                    </a:cubicBezTo>
                    <a:cubicBezTo>
                      <a:pt x="475891" y="670785"/>
                      <a:pt x="635901" y="562498"/>
                      <a:pt x="635901" y="335010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2" name="Dowolny kształt: kształt 11">
                <a:extLst>
                  <a:ext uri="{FF2B5EF4-FFF2-40B4-BE49-F238E27FC236}">
                    <a16:creationId xmlns:a16="http://schemas.microsoft.com/office/drawing/2014/main" id="{E446483E-F007-4406-B951-3D73E1FB79CF}"/>
                  </a:ext>
                </a:extLst>
              </p:cNvPr>
              <p:cNvSpPr/>
              <p:nvPr/>
            </p:nvSpPr>
            <p:spPr>
              <a:xfrm flipV="1">
                <a:off x="2308408" y="2790722"/>
                <a:ext cx="550455" cy="669952"/>
              </a:xfrm>
              <a:custGeom>
                <a:avLst/>
                <a:gdLst>
                  <a:gd name="connsiteX0" fmla="*/ 550558 w 550455"/>
                  <a:gd name="connsiteY0" fmla="*/ 60244 h 669952"/>
                  <a:gd name="connsiteX1" fmla="*/ 322214 w 550455"/>
                  <a:gd name="connsiteY1" fmla="*/ 26 h 669952"/>
                  <a:gd name="connsiteX2" fmla="*/ 103 w 550455"/>
                  <a:gd name="connsiteY2" fmla="*/ 330532 h 669952"/>
                  <a:gd name="connsiteX3" fmla="*/ 333968 w 550455"/>
                  <a:gd name="connsiteY3" fmla="*/ 669978 h 669952"/>
                  <a:gd name="connsiteX4" fmla="*/ 541224 w 550455"/>
                  <a:gd name="connsiteY4" fmla="*/ 628379 h 669952"/>
                  <a:gd name="connsiteX5" fmla="*/ 486406 w 550455"/>
                  <a:gd name="connsiteY5" fmla="*/ 502280 h 669952"/>
                  <a:gd name="connsiteX6" fmla="*/ 343252 w 550455"/>
                  <a:gd name="connsiteY6" fmla="*/ 529426 h 669952"/>
                  <a:gd name="connsiteX7" fmla="*/ 160360 w 550455"/>
                  <a:gd name="connsiteY7" fmla="*/ 334599 h 669952"/>
                  <a:gd name="connsiteX8" fmla="*/ 331136 w 550455"/>
                  <a:gd name="connsiteY8" fmla="*/ 133697 h 669952"/>
                  <a:gd name="connsiteX9" fmla="*/ 409034 w 550455"/>
                  <a:gd name="connsiteY9" fmla="*/ 147854 h 669952"/>
                  <a:gd name="connsiteX10" fmla="*/ 409034 w 550455"/>
                  <a:gd name="connsiteY10" fmla="*/ 261260 h 669952"/>
                  <a:gd name="connsiteX11" fmla="*/ 298739 w 550455"/>
                  <a:gd name="connsiteY11" fmla="*/ 261260 h 669952"/>
                  <a:gd name="connsiteX12" fmla="*/ 298887 w 550455"/>
                  <a:gd name="connsiteY12" fmla="*/ 389680 h 669952"/>
                  <a:gd name="connsiteX13" fmla="*/ 550393 w 550455"/>
                  <a:gd name="connsiteY13" fmla="*/ 389680 h 669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50455" h="669952">
                    <a:moveTo>
                      <a:pt x="550558" y="60244"/>
                    </a:moveTo>
                    <a:cubicBezTo>
                      <a:pt x="512333" y="34876"/>
                      <a:pt x="431735" y="26"/>
                      <a:pt x="322214" y="26"/>
                    </a:cubicBezTo>
                    <a:cubicBezTo>
                      <a:pt x="106628" y="26"/>
                      <a:pt x="103" y="148661"/>
                      <a:pt x="103" y="330532"/>
                    </a:cubicBezTo>
                    <a:cubicBezTo>
                      <a:pt x="103" y="535105"/>
                      <a:pt x="144672" y="669978"/>
                      <a:pt x="333968" y="669978"/>
                    </a:cubicBezTo>
                    <a:cubicBezTo>
                      <a:pt x="427653" y="669978"/>
                      <a:pt x="487772" y="654586"/>
                      <a:pt x="541224" y="628379"/>
                    </a:cubicBezTo>
                    <a:lnTo>
                      <a:pt x="486406" y="502280"/>
                    </a:lnTo>
                    <a:cubicBezTo>
                      <a:pt x="445942" y="519285"/>
                      <a:pt x="398910" y="529426"/>
                      <a:pt x="343252" y="529426"/>
                    </a:cubicBezTo>
                    <a:cubicBezTo>
                      <a:pt x="206651" y="529426"/>
                      <a:pt x="160360" y="447610"/>
                      <a:pt x="160360" y="334599"/>
                    </a:cubicBezTo>
                    <a:cubicBezTo>
                      <a:pt x="160360" y="212665"/>
                      <a:pt x="222570" y="133697"/>
                      <a:pt x="331136" y="133697"/>
                    </a:cubicBezTo>
                    <a:cubicBezTo>
                      <a:pt x="370316" y="133697"/>
                      <a:pt x="399717" y="142059"/>
                      <a:pt x="409034" y="147854"/>
                    </a:cubicBezTo>
                    <a:lnTo>
                      <a:pt x="409034" y="261260"/>
                    </a:lnTo>
                    <a:lnTo>
                      <a:pt x="298739" y="261260"/>
                    </a:lnTo>
                    <a:lnTo>
                      <a:pt x="298887" y="389680"/>
                    </a:lnTo>
                    <a:lnTo>
                      <a:pt x="550393" y="389680"/>
                    </a:ln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3" name="Dowolny kształt: kształt 12">
                <a:extLst>
                  <a:ext uri="{FF2B5EF4-FFF2-40B4-BE49-F238E27FC236}">
                    <a16:creationId xmlns:a16="http://schemas.microsoft.com/office/drawing/2014/main" id="{46CAE64F-2BE4-4E1B-9AB7-85EB88079ECE}"/>
                  </a:ext>
                </a:extLst>
              </p:cNvPr>
              <p:cNvSpPr/>
              <p:nvPr/>
            </p:nvSpPr>
            <p:spPr>
              <a:xfrm flipV="1">
                <a:off x="1788457" y="2792204"/>
                <a:ext cx="512510" cy="657918"/>
              </a:xfrm>
              <a:custGeom>
                <a:avLst/>
                <a:gdLst>
                  <a:gd name="connsiteX0" fmla="*/ 321799 w 512510"/>
                  <a:gd name="connsiteY0" fmla="*/ 438151 h 657918"/>
                  <a:gd name="connsiteX1" fmla="*/ 292497 w 512510"/>
                  <a:gd name="connsiteY1" fmla="*/ 501743 h 657918"/>
                  <a:gd name="connsiteX2" fmla="*/ 213792 w 512510"/>
                  <a:gd name="connsiteY2" fmla="*/ 525103 h 657918"/>
                  <a:gd name="connsiteX3" fmla="*/ 187865 w 512510"/>
                  <a:gd name="connsiteY3" fmla="*/ 524691 h 657918"/>
                  <a:gd name="connsiteX4" fmla="*/ 150611 w 512510"/>
                  <a:gd name="connsiteY4" fmla="*/ 521333 h 657918"/>
                  <a:gd name="connsiteX5" fmla="*/ 150611 w 512510"/>
                  <a:gd name="connsiteY5" fmla="*/ 336235 h 657918"/>
                  <a:gd name="connsiteX6" fmla="*/ 198400 w 512510"/>
                  <a:gd name="connsiteY6" fmla="*/ 334062 h 657918"/>
                  <a:gd name="connsiteX7" fmla="*/ 289007 w 512510"/>
                  <a:gd name="connsiteY7" fmla="*/ 360500 h 657918"/>
                  <a:gd name="connsiteX8" fmla="*/ 321799 w 512510"/>
                  <a:gd name="connsiteY8" fmla="*/ 438151 h 657918"/>
                  <a:gd name="connsiteX9" fmla="*/ 334080 w 512510"/>
                  <a:gd name="connsiteY9" fmla="*/ 49 h 657918"/>
                  <a:gd name="connsiteX10" fmla="*/ 247292 w 512510"/>
                  <a:gd name="connsiteY10" fmla="*/ 175418 h 657918"/>
                  <a:gd name="connsiteX11" fmla="*/ 202977 w 512510"/>
                  <a:gd name="connsiteY11" fmla="*/ 214285 h 657918"/>
                  <a:gd name="connsiteX12" fmla="*/ 150611 w 512510"/>
                  <a:gd name="connsiteY12" fmla="*/ 214713 h 657918"/>
                  <a:gd name="connsiteX13" fmla="*/ 150611 w 512510"/>
                  <a:gd name="connsiteY13" fmla="*/ 49 h 657918"/>
                  <a:gd name="connsiteX14" fmla="*/ 66 w 512510"/>
                  <a:gd name="connsiteY14" fmla="*/ 49 h 657918"/>
                  <a:gd name="connsiteX15" fmla="*/ 66 w 512510"/>
                  <a:gd name="connsiteY15" fmla="*/ 642411 h 657918"/>
                  <a:gd name="connsiteX16" fmla="*/ 87661 w 512510"/>
                  <a:gd name="connsiteY16" fmla="*/ 653358 h 657918"/>
                  <a:gd name="connsiteX17" fmla="*/ 191355 w 512510"/>
                  <a:gd name="connsiteY17" fmla="*/ 657967 h 657918"/>
                  <a:gd name="connsiteX18" fmla="*/ 320581 w 512510"/>
                  <a:gd name="connsiteY18" fmla="*/ 641357 h 657918"/>
                  <a:gd name="connsiteX19" fmla="*/ 407270 w 512510"/>
                  <a:gd name="connsiteY19" fmla="*/ 595182 h 657918"/>
                  <a:gd name="connsiteX20" fmla="*/ 456837 w 512510"/>
                  <a:gd name="connsiteY20" fmla="*/ 524955 h 657918"/>
                  <a:gd name="connsiteX21" fmla="*/ 472739 w 512510"/>
                  <a:gd name="connsiteY21" fmla="*/ 441822 h 657918"/>
                  <a:gd name="connsiteX22" fmla="*/ 442646 w 512510"/>
                  <a:gd name="connsiteY22" fmla="*/ 332729 h 657918"/>
                  <a:gd name="connsiteX23" fmla="*/ 361226 w 512510"/>
                  <a:gd name="connsiteY23" fmla="*/ 254551 h 657918"/>
                  <a:gd name="connsiteX24" fmla="*/ 361226 w 512510"/>
                  <a:gd name="connsiteY24" fmla="*/ 251834 h 657918"/>
                  <a:gd name="connsiteX25" fmla="*/ 512577 w 512510"/>
                  <a:gd name="connsiteY25" fmla="*/ 49 h 6579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</a:cxnLst>
                <a:rect l="l" t="t" r="r" b="b"/>
                <a:pathLst>
                  <a:path w="512510" h="657918">
                    <a:moveTo>
                      <a:pt x="321799" y="438151"/>
                    </a:moveTo>
                    <a:cubicBezTo>
                      <a:pt x="321799" y="465165"/>
                      <a:pt x="312070" y="487026"/>
                      <a:pt x="292497" y="501743"/>
                    </a:cubicBezTo>
                    <a:cubicBezTo>
                      <a:pt x="273072" y="517135"/>
                      <a:pt x="246337" y="524576"/>
                      <a:pt x="213792" y="525103"/>
                    </a:cubicBezTo>
                    <a:cubicBezTo>
                      <a:pt x="210154" y="525235"/>
                      <a:pt x="196244" y="525103"/>
                      <a:pt x="187865" y="524691"/>
                    </a:cubicBezTo>
                    <a:cubicBezTo>
                      <a:pt x="179502" y="524576"/>
                      <a:pt x="157509" y="522535"/>
                      <a:pt x="150611" y="521333"/>
                    </a:cubicBezTo>
                    <a:lnTo>
                      <a:pt x="150611" y="336235"/>
                    </a:lnTo>
                    <a:cubicBezTo>
                      <a:pt x="160587" y="334984"/>
                      <a:pt x="181527" y="334062"/>
                      <a:pt x="198400" y="334062"/>
                    </a:cubicBezTo>
                    <a:cubicBezTo>
                      <a:pt x="234337" y="334062"/>
                      <a:pt x="267952" y="343906"/>
                      <a:pt x="289007" y="360500"/>
                    </a:cubicBezTo>
                    <a:cubicBezTo>
                      <a:pt x="310457" y="377538"/>
                      <a:pt x="321799" y="405079"/>
                      <a:pt x="321799" y="438151"/>
                    </a:cubicBezTo>
                    <a:moveTo>
                      <a:pt x="334080" y="49"/>
                    </a:moveTo>
                    <a:cubicBezTo>
                      <a:pt x="312762" y="78078"/>
                      <a:pt x="276842" y="137473"/>
                      <a:pt x="247292" y="175418"/>
                    </a:cubicBezTo>
                    <a:cubicBezTo>
                      <a:pt x="222435" y="207535"/>
                      <a:pt x="202977" y="214285"/>
                      <a:pt x="202977" y="214285"/>
                    </a:cubicBezTo>
                    <a:cubicBezTo>
                      <a:pt x="182992" y="213906"/>
                      <a:pt x="168966" y="213906"/>
                      <a:pt x="150611" y="214713"/>
                    </a:cubicBezTo>
                    <a:lnTo>
                      <a:pt x="150611" y="49"/>
                    </a:lnTo>
                    <a:lnTo>
                      <a:pt x="66" y="49"/>
                    </a:lnTo>
                    <a:lnTo>
                      <a:pt x="66" y="642411"/>
                    </a:lnTo>
                    <a:cubicBezTo>
                      <a:pt x="31789" y="647432"/>
                      <a:pt x="54457" y="650280"/>
                      <a:pt x="87661" y="653358"/>
                    </a:cubicBezTo>
                    <a:cubicBezTo>
                      <a:pt x="118346" y="656206"/>
                      <a:pt x="152883" y="657967"/>
                      <a:pt x="191355" y="657967"/>
                    </a:cubicBezTo>
                    <a:cubicBezTo>
                      <a:pt x="242008" y="657967"/>
                      <a:pt x="285221" y="652436"/>
                      <a:pt x="320581" y="641357"/>
                    </a:cubicBezTo>
                    <a:cubicBezTo>
                      <a:pt x="355958" y="629999"/>
                      <a:pt x="384733" y="614755"/>
                      <a:pt x="407270" y="595182"/>
                    </a:cubicBezTo>
                    <a:cubicBezTo>
                      <a:pt x="430349" y="575723"/>
                      <a:pt x="446828" y="551426"/>
                      <a:pt x="456837" y="524955"/>
                    </a:cubicBezTo>
                    <a:cubicBezTo>
                      <a:pt x="467339" y="498896"/>
                      <a:pt x="472739" y="471239"/>
                      <a:pt x="472739" y="441822"/>
                    </a:cubicBezTo>
                    <a:cubicBezTo>
                      <a:pt x="472739" y="402906"/>
                      <a:pt x="463158" y="365109"/>
                      <a:pt x="442646" y="332729"/>
                    </a:cubicBezTo>
                    <a:cubicBezTo>
                      <a:pt x="424143" y="304085"/>
                      <a:pt x="393228" y="274782"/>
                      <a:pt x="361226" y="254551"/>
                    </a:cubicBezTo>
                    <a:lnTo>
                      <a:pt x="361226" y="251834"/>
                    </a:lnTo>
                    <a:cubicBezTo>
                      <a:pt x="432786" y="219009"/>
                      <a:pt x="473299" y="113719"/>
                      <a:pt x="512577" y="49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4" name="Dowolny kształt: kształt 13">
                <a:extLst>
                  <a:ext uri="{FF2B5EF4-FFF2-40B4-BE49-F238E27FC236}">
                    <a16:creationId xmlns:a16="http://schemas.microsoft.com/office/drawing/2014/main" id="{2D2DEAAD-21C7-4778-B60E-87BC08B7DE62}"/>
                  </a:ext>
                </a:extLst>
              </p:cNvPr>
              <p:cNvSpPr/>
              <p:nvPr/>
            </p:nvSpPr>
            <p:spPr>
              <a:xfrm flipV="1">
                <a:off x="1259600" y="2801274"/>
                <a:ext cx="454218" cy="648864"/>
              </a:xfrm>
              <a:custGeom>
                <a:avLst/>
                <a:gdLst>
                  <a:gd name="connsiteX0" fmla="*/ 24 w 454218"/>
                  <a:gd name="connsiteY0" fmla="*/ 153803 h 648864"/>
                  <a:gd name="connsiteX1" fmla="*/ 24 w 454218"/>
                  <a:gd name="connsiteY1" fmla="*/ 648897 h 648864"/>
                  <a:gd name="connsiteX2" fmla="*/ 442078 w 454218"/>
                  <a:gd name="connsiteY2" fmla="*/ 648897 h 648864"/>
                  <a:gd name="connsiteX3" fmla="*/ 442209 w 454218"/>
                  <a:gd name="connsiteY3" fmla="*/ 510781 h 648864"/>
                  <a:gd name="connsiteX4" fmla="*/ 150717 w 454218"/>
                  <a:gd name="connsiteY4" fmla="*/ 510781 h 648864"/>
                  <a:gd name="connsiteX5" fmla="*/ 150717 w 454218"/>
                  <a:gd name="connsiteY5" fmla="*/ 399794 h 648864"/>
                  <a:gd name="connsiteX6" fmla="*/ 397367 w 454218"/>
                  <a:gd name="connsiteY6" fmla="*/ 399794 h 648864"/>
                  <a:gd name="connsiteX7" fmla="*/ 397515 w 454218"/>
                  <a:gd name="connsiteY7" fmla="*/ 268691 h 648864"/>
                  <a:gd name="connsiteX8" fmla="*/ 150717 w 454218"/>
                  <a:gd name="connsiteY8" fmla="*/ 268691 h 648864"/>
                  <a:gd name="connsiteX9" fmla="*/ 150717 w 454218"/>
                  <a:gd name="connsiteY9" fmla="*/ 199320 h 648864"/>
                  <a:gd name="connsiteX10" fmla="*/ 209569 w 454218"/>
                  <a:gd name="connsiteY10" fmla="*/ 137193 h 648864"/>
                  <a:gd name="connsiteX11" fmla="*/ 453963 w 454218"/>
                  <a:gd name="connsiteY11" fmla="*/ 137193 h 648864"/>
                  <a:gd name="connsiteX12" fmla="*/ 454243 w 454218"/>
                  <a:gd name="connsiteY12" fmla="*/ 32 h 648864"/>
                  <a:gd name="connsiteX13" fmla="*/ 152726 w 454218"/>
                  <a:gd name="connsiteY13" fmla="*/ 32 h 648864"/>
                  <a:gd name="connsiteX14" fmla="*/ 24 w 454218"/>
                  <a:gd name="connsiteY14" fmla="*/ 153803 h 648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454218" h="648864">
                    <a:moveTo>
                      <a:pt x="24" y="153803"/>
                    </a:moveTo>
                    <a:lnTo>
                      <a:pt x="24" y="648897"/>
                    </a:lnTo>
                    <a:lnTo>
                      <a:pt x="442078" y="648897"/>
                    </a:lnTo>
                    <a:lnTo>
                      <a:pt x="442209" y="510781"/>
                    </a:lnTo>
                    <a:lnTo>
                      <a:pt x="150717" y="510781"/>
                    </a:lnTo>
                    <a:lnTo>
                      <a:pt x="150717" y="399794"/>
                    </a:lnTo>
                    <a:lnTo>
                      <a:pt x="397367" y="399794"/>
                    </a:lnTo>
                    <a:lnTo>
                      <a:pt x="397515" y="268691"/>
                    </a:lnTo>
                    <a:lnTo>
                      <a:pt x="150717" y="268691"/>
                    </a:lnTo>
                    <a:lnTo>
                      <a:pt x="150717" y="199320"/>
                    </a:lnTo>
                    <a:cubicBezTo>
                      <a:pt x="150717" y="155696"/>
                      <a:pt x="176217" y="137193"/>
                      <a:pt x="209569" y="137193"/>
                    </a:cubicBezTo>
                    <a:lnTo>
                      <a:pt x="453963" y="137193"/>
                    </a:lnTo>
                    <a:lnTo>
                      <a:pt x="454243" y="32"/>
                    </a:lnTo>
                    <a:lnTo>
                      <a:pt x="152726" y="32"/>
                    </a:lnTo>
                    <a:cubicBezTo>
                      <a:pt x="39714" y="32"/>
                      <a:pt x="24" y="52134"/>
                      <a:pt x="24" y="153803"/>
                    </a:cubicBezTo>
                  </a:path>
                </a:pathLst>
              </a:custGeom>
              <a:solidFill>
                <a:schemeClr val="accent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5" name="Dowolny kształt: kształt 14">
                <a:extLst>
                  <a:ext uri="{FF2B5EF4-FFF2-40B4-BE49-F238E27FC236}">
                    <a16:creationId xmlns:a16="http://schemas.microsoft.com/office/drawing/2014/main" id="{13FE8A9F-703A-47D9-B8A5-1BD607CBD0B1}"/>
                  </a:ext>
                </a:extLst>
              </p:cNvPr>
              <p:cNvSpPr/>
              <p:nvPr/>
            </p:nvSpPr>
            <p:spPr>
              <a:xfrm flipV="1">
                <a:off x="3510296" y="3539791"/>
                <a:ext cx="6502" cy="6469"/>
              </a:xfrm>
              <a:custGeom>
                <a:avLst/>
                <a:gdLst>
                  <a:gd name="connsiteX0" fmla="*/ 6629 w 6502"/>
                  <a:gd name="connsiteY0" fmla="*/ 3287 h 6469"/>
                  <a:gd name="connsiteX1" fmla="*/ 3353 w 6502"/>
                  <a:gd name="connsiteY1" fmla="*/ 60 h 6469"/>
                  <a:gd name="connsiteX2" fmla="*/ 126 w 6502"/>
                  <a:gd name="connsiteY2" fmla="*/ 3287 h 6469"/>
                  <a:gd name="connsiteX3" fmla="*/ 3353 w 6502"/>
                  <a:gd name="connsiteY3" fmla="*/ 6530 h 6469"/>
                  <a:gd name="connsiteX4" fmla="*/ 6629 w 6502"/>
                  <a:gd name="connsiteY4" fmla="*/ 3287 h 64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02" h="6469">
                    <a:moveTo>
                      <a:pt x="6629" y="3287"/>
                    </a:moveTo>
                    <a:cubicBezTo>
                      <a:pt x="6629" y="1542"/>
                      <a:pt x="5131" y="60"/>
                      <a:pt x="3353" y="60"/>
                    </a:cubicBezTo>
                    <a:cubicBezTo>
                      <a:pt x="1460" y="60"/>
                      <a:pt x="126" y="1542"/>
                      <a:pt x="126" y="3287"/>
                    </a:cubicBezTo>
                    <a:cubicBezTo>
                      <a:pt x="126" y="5048"/>
                      <a:pt x="1460" y="6530"/>
                      <a:pt x="3353" y="6530"/>
                    </a:cubicBezTo>
                    <a:cubicBezTo>
                      <a:pt x="5131" y="6530"/>
                      <a:pt x="6629" y="5048"/>
                      <a:pt x="6629" y="3287"/>
                    </a:cubicBezTo>
                  </a:path>
                </a:pathLst>
              </a:custGeom>
              <a:solidFill>
                <a:srgbClr val="58595B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6" name="Dowolny kształt: kształt 15">
                <a:extLst>
                  <a:ext uri="{FF2B5EF4-FFF2-40B4-BE49-F238E27FC236}">
                    <a16:creationId xmlns:a16="http://schemas.microsoft.com/office/drawing/2014/main" id="{E1DBDE24-1BFE-4888-B290-CE12EAE9124B}"/>
                  </a:ext>
                </a:extLst>
              </p:cNvPr>
              <p:cNvSpPr/>
              <p:nvPr/>
            </p:nvSpPr>
            <p:spPr>
              <a:xfrm flipV="1">
                <a:off x="3460729" y="3539922"/>
                <a:ext cx="105043" cy="105043"/>
              </a:xfrm>
              <a:custGeom>
                <a:avLst/>
                <a:gdLst>
                  <a:gd name="connsiteX0" fmla="*/ 40210 w 105043"/>
                  <a:gd name="connsiteY0" fmla="*/ 77287 h 105043"/>
                  <a:gd name="connsiteX1" fmla="*/ 55339 w 105043"/>
                  <a:gd name="connsiteY1" fmla="*/ 77287 h 105043"/>
                  <a:gd name="connsiteX2" fmla="*/ 70187 w 105043"/>
                  <a:gd name="connsiteY2" fmla="*/ 66900 h 105043"/>
                  <a:gd name="connsiteX3" fmla="*/ 64261 w 105043"/>
                  <a:gd name="connsiteY3" fmla="*/ 57171 h 105043"/>
                  <a:gd name="connsiteX4" fmla="*/ 51454 w 105043"/>
                  <a:gd name="connsiteY4" fmla="*/ 55574 h 105043"/>
                  <a:gd name="connsiteX5" fmla="*/ 40210 w 105043"/>
                  <a:gd name="connsiteY5" fmla="*/ 55574 h 105043"/>
                  <a:gd name="connsiteX6" fmla="*/ 53742 w 105043"/>
                  <a:gd name="connsiteY6" fmla="*/ 49203 h 105043"/>
                  <a:gd name="connsiteX7" fmla="*/ 71307 w 105043"/>
                  <a:gd name="connsiteY7" fmla="*/ 21530 h 105043"/>
                  <a:gd name="connsiteX8" fmla="*/ 80196 w 105043"/>
                  <a:gd name="connsiteY8" fmla="*/ 21530 h 105043"/>
                  <a:gd name="connsiteX9" fmla="*/ 61693 w 105043"/>
                  <a:gd name="connsiteY9" fmla="*/ 49203 h 105043"/>
                  <a:gd name="connsiteX10" fmla="*/ 77365 w 105043"/>
                  <a:gd name="connsiteY10" fmla="*/ 66636 h 105043"/>
                  <a:gd name="connsiteX11" fmla="*/ 57117 w 105043"/>
                  <a:gd name="connsiteY11" fmla="*/ 83773 h 105043"/>
                  <a:gd name="connsiteX12" fmla="*/ 32934 w 105043"/>
                  <a:gd name="connsiteY12" fmla="*/ 83773 h 105043"/>
                  <a:gd name="connsiteX13" fmla="*/ 32934 w 105043"/>
                  <a:gd name="connsiteY13" fmla="*/ 21530 h 105043"/>
                  <a:gd name="connsiteX14" fmla="*/ 40210 w 105043"/>
                  <a:gd name="connsiteY14" fmla="*/ 21530 h 105043"/>
                  <a:gd name="connsiteX15" fmla="*/ 40210 w 105043"/>
                  <a:gd name="connsiteY15" fmla="*/ 49203 h 105043"/>
                  <a:gd name="connsiteX16" fmla="*/ 89777 w 105043"/>
                  <a:gd name="connsiteY16" fmla="*/ 15604 h 105043"/>
                  <a:gd name="connsiteX17" fmla="*/ 105169 w 105043"/>
                  <a:gd name="connsiteY17" fmla="*/ 52726 h 105043"/>
                  <a:gd name="connsiteX18" fmla="*/ 89777 w 105043"/>
                  <a:gd name="connsiteY18" fmla="*/ 89848 h 105043"/>
                  <a:gd name="connsiteX19" fmla="*/ 52787 w 105043"/>
                  <a:gd name="connsiteY19" fmla="*/ 105108 h 105043"/>
                  <a:gd name="connsiteX20" fmla="*/ 15534 w 105043"/>
                  <a:gd name="connsiteY20" fmla="*/ 89848 h 105043"/>
                  <a:gd name="connsiteX21" fmla="*/ 125 w 105043"/>
                  <a:gd name="connsiteY21" fmla="*/ 52726 h 105043"/>
                  <a:gd name="connsiteX22" fmla="*/ 15534 w 105043"/>
                  <a:gd name="connsiteY22" fmla="*/ 15604 h 105043"/>
                  <a:gd name="connsiteX23" fmla="*/ 52787 w 105043"/>
                  <a:gd name="connsiteY23" fmla="*/ 64 h 105043"/>
                  <a:gd name="connsiteX24" fmla="*/ 89777 w 105043"/>
                  <a:gd name="connsiteY24" fmla="*/ 15604 h 105043"/>
                  <a:gd name="connsiteX25" fmla="*/ 85069 w 105043"/>
                  <a:gd name="connsiteY25" fmla="*/ 19917 h 105043"/>
                  <a:gd name="connsiteX26" fmla="*/ 52787 w 105043"/>
                  <a:gd name="connsiteY26" fmla="*/ 6550 h 105043"/>
                  <a:gd name="connsiteX27" fmla="*/ 20390 w 105043"/>
                  <a:gd name="connsiteY27" fmla="*/ 19786 h 105043"/>
                  <a:gd name="connsiteX28" fmla="*/ 7303 w 105043"/>
                  <a:gd name="connsiteY28" fmla="*/ 52726 h 105043"/>
                  <a:gd name="connsiteX29" fmla="*/ 20390 w 105043"/>
                  <a:gd name="connsiteY29" fmla="*/ 85386 h 105043"/>
                  <a:gd name="connsiteX30" fmla="*/ 52787 w 105043"/>
                  <a:gd name="connsiteY30" fmla="*/ 98902 h 105043"/>
                  <a:gd name="connsiteX31" fmla="*/ 85069 w 105043"/>
                  <a:gd name="connsiteY31" fmla="*/ 85386 h 105043"/>
                  <a:gd name="connsiteX32" fmla="*/ 98041 w 105043"/>
                  <a:gd name="connsiteY32" fmla="*/ 52726 h 105043"/>
                  <a:gd name="connsiteX33" fmla="*/ 85069 w 105043"/>
                  <a:gd name="connsiteY33" fmla="*/ 19917 h 105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105043" h="105043">
                    <a:moveTo>
                      <a:pt x="40210" y="77287"/>
                    </a:moveTo>
                    <a:lnTo>
                      <a:pt x="55339" y="77287"/>
                    </a:lnTo>
                    <a:cubicBezTo>
                      <a:pt x="65200" y="77287"/>
                      <a:pt x="70187" y="73912"/>
                      <a:pt x="70187" y="66900"/>
                    </a:cubicBezTo>
                    <a:cubicBezTo>
                      <a:pt x="70187" y="62027"/>
                      <a:pt x="68311" y="58784"/>
                      <a:pt x="64261" y="57171"/>
                    </a:cubicBezTo>
                    <a:cubicBezTo>
                      <a:pt x="61825" y="56101"/>
                      <a:pt x="57512" y="55574"/>
                      <a:pt x="51454" y="55574"/>
                    </a:cubicBezTo>
                    <a:lnTo>
                      <a:pt x="40210" y="55574"/>
                    </a:lnTo>
                    <a:close/>
                    <a:moveTo>
                      <a:pt x="53742" y="49203"/>
                    </a:moveTo>
                    <a:lnTo>
                      <a:pt x="71307" y="21530"/>
                    </a:lnTo>
                    <a:lnTo>
                      <a:pt x="80196" y="21530"/>
                    </a:lnTo>
                    <a:lnTo>
                      <a:pt x="61693" y="49203"/>
                    </a:lnTo>
                    <a:cubicBezTo>
                      <a:pt x="72114" y="50948"/>
                      <a:pt x="77365" y="56776"/>
                      <a:pt x="77365" y="66636"/>
                    </a:cubicBezTo>
                    <a:cubicBezTo>
                      <a:pt x="77365" y="78110"/>
                      <a:pt x="70599" y="83773"/>
                      <a:pt x="57117" y="83773"/>
                    </a:cubicBezTo>
                    <a:lnTo>
                      <a:pt x="32934" y="83773"/>
                    </a:lnTo>
                    <a:lnTo>
                      <a:pt x="32934" y="21530"/>
                    </a:lnTo>
                    <a:lnTo>
                      <a:pt x="40210" y="21530"/>
                    </a:lnTo>
                    <a:lnTo>
                      <a:pt x="40210" y="49203"/>
                    </a:lnTo>
                    <a:close/>
                    <a:moveTo>
                      <a:pt x="89777" y="15604"/>
                    </a:moveTo>
                    <a:cubicBezTo>
                      <a:pt x="100049" y="25844"/>
                      <a:pt x="105169" y="38141"/>
                      <a:pt x="105169" y="52726"/>
                    </a:cubicBezTo>
                    <a:cubicBezTo>
                      <a:pt x="105169" y="67163"/>
                      <a:pt x="100049" y="79444"/>
                      <a:pt x="89777" y="89848"/>
                    </a:cubicBezTo>
                    <a:cubicBezTo>
                      <a:pt x="79653" y="99955"/>
                      <a:pt x="67241" y="105108"/>
                      <a:pt x="52787" y="105108"/>
                    </a:cubicBezTo>
                    <a:cubicBezTo>
                      <a:pt x="38350" y="105108"/>
                      <a:pt x="25790" y="99955"/>
                      <a:pt x="15534" y="89848"/>
                    </a:cubicBezTo>
                    <a:cubicBezTo>
                      <a:pt x="5278" y="79444"/>
                      <a:pt x="125" y="67163"/>
                      <a:pt x="125" y="52726"/>
                    </a:cubicBezTo>
                    <a:cubicBezTo>
                      <a:pt x="125" y="38141"/>
                      <a:pt x="5278" y="25844"/>
                      <a:pt x="15534" y="15604"/>
                    </a:cubicBezTo>
                    <a:cubicBezTo>
                      <a:pt x="25790" y="5332"/>
                      <a:pt x="38350" y="64"/>
                      <a:pt x="52787" y="64"/>
                    </a:cubicBezTo>
                    <a:cubicBezTo>
                      <a:pt x="67241" y="64"/>
                      <a:pt x="79653" y="5332"/>
                      <a:pt x="89777" y="15604"/>
                    </a:cubicBezTo>
                    <a:moveTo>
                      <a:pt x="85069" y="19917"/>
                    </a:moveTo>
                    <a:cubicBezTo>
                      <a:pt x="76278" y="11127"/>
                      <a:pt x="65628" y="6550"/>
                      <a:pt x="52787" y="6550"/>
                    </a:cubicBezTo>
                    <a:cubicBezTo>
                      <a:pt x="39930" y="6550"/>
                      <a:pt x="29033" y="10995"/>
                      <a:pt x="20390" y="19786"/>
                    </a:cubicBezTo>
                    <a:cubicBezTo>
                      <a:pt x="11632" y="28675"/>
                      <a:pt x="7303" y="39622"/>
                      <a:pt x="7303" y="52726"/>
                    </a:cubicBezTo>
                    <a:cubicBezTo>
                      <a:pt x="7303" y="65533"/>
                      <a:pt x="11632" y="76480"/>
                      <a:pt x="20390" y="85386"/>
                    </a:cubicBezTo>
                    <a:cubicBezTo>
                      <a:pt x="29033" y="94292"/>
                      <a:pt x="39930" y="98902"/>
                      <a:pt x="52787" y="98902"/>
                    </a:cubicBezTo>
                    <a:cubicBezTo>
                      <a:pt x="65628" y="98902"/>
                      <a:pt x="76278" y="94292"/>
                      <a:pt x="85069" y="85386"/>
                    </a:cubicBezTo>
                    <a:cubicBezTo>
                      <a:pt x="93695" y="76480"/>
                      <a:pt x="98041" y="65533"/>
                      <a:pt x="98041" y="52726"/>
                    </a:cubicBezTo>
                    <a:cubicBezTo>
                      <a:pt x="98041" y="39622"/>
                      <a:pt x="93695" y="28823"/>
                      <a:pt x="85069" y="19917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7" name="Dowolny kształt: kształt 16">
                <a:extLst>
                  <a:ext uri="{FF2B5EF4-FFF2-40B4-BE49-F238E27FC236}">
                    <a16:creationId xmlns:a16="http://schemas.microsoft.com/office/drawing/2014/main" id="{D2C3ACC3-582F-4BFC-9ECB-3FDF3EFA4FA5}"/>
                  </a:ext>
                </a:extLst>
              </p:cNvPr>
              <p:cNvSpPr/>
              <p:nvPr/>
            </p:nvSpPr>
            <p:spPr>
              <a:xfrm flipV="1">
                <a:off x="1239203" y="3604173"/>
                <a:ext cx="531556" cy="468935"/>
              </a:xfrm>
              <a:custGeom>
                <a:avLst/>
                <a:gdLst>
                  <a:gd name="connsiteX0" fmla="*/ 144107 w 531556"/>
                  <a:gd name="connsiteY0" fmla="*/ 271879 h 468935"/>
                  <a:gd name="connsiteX1" fmla="*/ 381159 w 531556"/>
                  <a:gd name="connsiteY1" fmla="*/ 271879 h 468935"/>
                  <a:gd name="connsiteX2" fmla="*/ 384995 w 531556"/>
                  <a:gd name="connsiteY2" fmla="*/ 276208 h 468935"/>
                  <a:gd name="connsiteX3" fmla="*/ 384995 w 531556"/>
                  <a:gd name="connsiteY3" fmla="*/ 289164 h 468935"/>
                  <a:gd name="connsiteX4" fmla="*/ 383777 w 531556"/>
                  <a:gd name="connsiteY4" fmla="*/ 420679 h 468935"/>
                  <a:gd name="connsiteX5" fmla="*/ 357174 w 531556"/>
                  <a:gd name="connsiteY5" fmla="*/ 456039 h 468935"/>
                  <a:gd name="connsiteX6" fmla="*/ 332860 w 531556"/>
                  <a:gd name="connsiteY6" fmla="*/ 457932 h 468935"/>
                  <a:gd name="connsiteX7" fmla="*/ 322324 w 531556"/>
                  <a:gd name="connsiteY7" fmla="*/ 463463 h 468935"/>
                  <a:gd name="connsiteX8" fmla="*/ 335280 w 531556"/>
                  <a:gd name="connsiteY8" fmla="*/ 469011 h 468935"/>
                  <a:gd name="connsiteX9" fmla="*/ 386213 w 531556"/>
                  <a:gd name="connsiteY9" fmla="*/ 468204 h 468935"/>
                  <a:gd name="connsiteX10" fmla="*/ 424668 w 531556"/>
                  <a:gd name="connsiteY10" fmla="*/ 467365 h 468935"/>
                  <a:gd name="connsiteX11" fmla="*/ 460456 w 531556"/>
                  <a:gd name="connsiteY11" fmla="*/ 468204 h 468935"/>
                  <a:gd name="connsiteX12" fmla="*/ 502961 w 531556"/>
                  <a:gd name="connsiteY12" fmla="*/ 469011 h 468935"/>
                  <a:gd name="connsiteX13" fmla="*/ 515900 w 531556"/>
                  <a:gd name="connsiteY13" fmla="*/ 463463 h 468935"/>
                  <a:gd name="connsiteX14" fmla="*/ 504871 w 531556"/>
                  <a:gd name="connsiteY14" fmla="*/ 457932 h 468935"/>
                  <a:gd name="connsiteX15" fmla="*/ 486894 w 531556"/>
                  <a:gd name="connsiteY15" fmla="*/ 456039 h 468935"/>
                  <a:gd name="connsiteX16" fmla="*/ 463831 w 531556"/>
                  <a:gd name="connsiteY16" fmla="*/ 420679 h 468935"/>
                  <a:gd name="connsiteX17" fmla="*/ 462613 w 531556"/>
                  <a:gd name="connsiteY17" fmla="*/ 289164 h 468935"/>
                  <a:gd name="connsiteX18" fmla="*/ 462613 w 531556"/>
                  <a:gd name="connsiteY18" fmla="*/ 179922 h 468935"/>
                  <a:gd name="connsiteX19" fmla="*/ 465708 w 531556"/>
                  <a:gd name="connsiteY19" fmla="*/ 47223 h 468935"/>
                  <a:gd name="connsiteX20" fmla="*/ 490006 w 531556"/>
                  <a:gd name="connsiteY20" fmla="*/ 13607 h 468935"/>
                  <a:gd name="connsiteX21" fmla="*/ 521613 w 531556"/>
                  <a:gd name="connsiteY21" fmla="*/ 11303 h 468935"/>
                  <a:gd name="connsiteX22" fmla="*/ 531589 w 531556"/>
                  <a:gd name="connsiteY22" fmla="*/ 6298 h 468935"/>
                  <a:gd name="connsiteX23" fmla="*/ 519193 w 531556"/>
                  <a:gd name="connsiteY23" fmla="*/ 76 h 468935"/>
                  <a:gd name="connsiteX24" fmla="*/ 461922 w 531556"/>
                  <a:gd name="connsiteY24" fmla="*/ 899 h 468935"/>
                  <a:gd name="connsiteX25" fmla="*/ 422232 w 531556"/>
                  <a:gd name="connsiteY25" fmla="*/ 1722 h 468935"/>
                  <a:gd name="connsiteX26" fmla="*/ 387415 w 531556"/>
                  <a:gd name="connsiteY26" fmla="*/ 899 h 468935"/>
                  <a:gd name="connsiteX27" fmla="*/ 344614 w 531556"/>
                  <a:gd name="connsiteY27" fmla="*/ 76 h 468935"/>
                  <a:gd name="connsiteX28" fmla="*/ 331642 w 531556"/>
                  <a:gd name="connsiteY28" fmla="*/ 6298 h 468935"/>
                  <a:gd name="connsiteX29" fmla="*/ 345256 w 531556"/>
                  <a:gd name="connsiteY29" fmla="*/ 11829 h 468935"/>
                  <a:gd name="connsiteX30" fmla="*/ 363923 w 531556"/>
                  <a:gd name="connsiteY30" fmla="*/ 13607 h 468935"/>
                  <a:gd name="connsiteX31" fmla="*/ 381867 w 531556"/>
                  <a:gd name="connsiteY31" fmla="*/ 47898 h 468935"/>
                  <a:gd name="connsiteX32" fmla="*/ 384995 w 531556"/>
                  <a:gd name="connsiteY32" fmla="*/ 179922 h 468935"/>
                  <a:gd name="connsiteX33" fmla="*/ 384995 w 531556"/>
                  <a:gd name="connsiteY33" fmla="*/ 234609 h 468935"/>
                  <a:gd name="connsiteX34" fmla="*/ 381159 w 531556"/>
                  <a:gd name="connsiteY34" fmla="*/ 238264 h 468935"/>
                  <a:gd name="connsiteX35" fmla="*/ 144107 w 531556"/>
                  <a:gd name="connsiteY35" fmla="*/ 238264 h 468935"/>
                  <a:gd name="connsiteX36" fmla="*/ 140321 w 531556"/>
                  <a:gd name="connsiteY36" fmla="*/ 234609 h 468935"/>
                  <a:gd name="connsiteX37" fmla="*/ 140321 w 531556"/>
                  <a:gd name="connsiteY37" fmla="*/ 179922 h 468935"/>
                  <a:gd name="connsiteX38" fmla="*/ 143415 w 531556"/>
                  <a:gd name="connsiteY38" fmla="*/ 47223 h 468935"/>
                  <a:gd name="connsiteX39" fmla="*/ 167746 w 531556"/>
                  <a:gd name="connsiteY39" fmla="*/ 13607 h 468935"/>
                  <a:gd name="connsiteX40" fmla="*/ 199468 w 531556"/>
                  <a:gd name="connsiteY40" fmla="*/ 11303 h 468935"/>
                  <a:gd name="connsiteX41" fmla="*/ 209280 w 531556"/>
                  <a:gd name="connsiteY41" fmla="*/ 6298 h 468935"/>
                  <a:gd name="connsiteX42" fmla="*/ 196884 w 531556"/>
                  <a:gd name="connsiteY42" fmla="*/ 76 h 468935"/>
                  <a:gd name="connsiteX43" fmla="*/ 139646 w 531556"/>
                  <a:gd name="connsiteY43" fmla="*/ 899 h 468935"/>
                  <a:gd name="connsiteX44" fmla="*/ 99956 w 531556"/>
                  <a:gd name="connsiteY44" fmla="*/ 1722 h 468935"/>
                  <a:gd name="connsiteX45" fmla="*/ 64974 w 531556"/>
                  <a:gd name="connsiteY45" fmla="*/ 899 h 468935"/>
                  <a:gd name="connsiteX46" fmla="*/ 21778 w 531556"/>
                  <a:gd name="connsiteY46" fmla="*/ 76 h 468935"/>
                  <a:gd name="connsiteX47" fmla="*/ 9366 w 531556"/>
                  <a:gd name="connsiteY47" fmla="*/ 6298 h 468935"/>
                  <a:gd name="connsiteX48" fmla="*/ 23128 w 531556"/>
                  <a:gd name="connsiteY48" fmla="*/ 11829 h 468935"/>
                  <a:gd name="connsiteX49" fmla="*/ 41631 w 531556"/>
                  <a:gd name="connsiteY49" fmla="*/ 13607 h 468935"/>
                  <a:gd name="connsiteX50" fmla="*/ 59575 w 531556"/>
                  <a:gd name="connsiteY50" fmla="*/ 47749 h 468935"/>
                  <a:gd name="connsiteX51" fmla="*/ 62818 w 531556"/>
                  <a:gd name="connsiteY51" fmla="*/ 179922 h 468935"/>
                  <a:gd name="connsiteX52" fmla="*/ 62818 w 531556"/>
                  <a:gd name="connsiteY52" fmla="*/ 289164 h 468935"/>
                  <a:gd name="connsiteX53" fmla="*/ 61451 w 531556"/>
                  <a:gd name="connsiteY53" fmla="*/ 420679 h 468935"/>
                  <a:gd name="connsiteX54" fmla="*/ 34882 w 531556"/>
                  <a:gd name="connsiteY54" fmla="*/ 456039 h 468935"/>
                  <a:gd name="connsiteX55" fmla="*/ 10567 w 531556"/>
                  <a:gd name="connsiteY55" fmla="*/ 457932 h 468935"/>
                  <a:gd name="connsiteX56" fmla="*/ 32 w 531556"/>
                  <a:gd name="connsiteY56" fmla="*/ 463463 h 468935"/>
                  <a:gd name="connsiteX57" fmla="*/ 13004 w 531556"/>
                  <a:gd name="connsiteY57" fmla="*/ 469011 h 468935"/>
                  <a:gd name="connsiteX58" fmla="*/ 63904 w 531556"/>
                  <a:gd name="connsiteY58" fmla="*/ 468204 h 468935"/>
                  <a:gd name="connsiteX59" fmla="*/ 102524 w 531556"/>
                  <a:gd name="connsiteY59" fmla="*/ 467365 h 468935"/>
                  <a:gd name="connsiteX60" fmla="*/ 138148 w 531556"/>
                  <a:gd name="connsiteY60" fmla="*/ 468204 h 468935"/>
                  <a:gd name="connsiteX61" fmla="*/ 180718 w 531556"/>
                  <a:gd name="connsiteY61" fmla="*/ 469011 h 468935"/>
                  <a:gd name="connsiteX62" fmla="*/ 193805 w 531556"/>
                  <a:gd name="connsiteY62" fmla="*/ 463463 h 468935"/>
                  <a:gd name="connsiteX63" fmla="*/ 182578 w 531556"/>
                  <a:gd name="connsiteY63" fmla="*/ 457932 h 468935"/>
                  <a:gd name="connsiteX64" fmla="*/ 164618 w 531556"/>
                  <a:gd name="connsiteY64" fmla="*/ 456039 h 468935"/>
                  <a:gd name="connsiteX65" fmla="*/ 141687 w 531556"/>
                  <a:gd name="connsiteY65" fmla="*/ 420679 h 468935"/>
                  <a:gd name="connsiteX66" fmla="*/ 140321 w 531556"/>
                  <a:gd name="connsiteY66" fmla="*/ 289164 h 468935"/>
                  <a:gd name="connsiteX67" fmla="*/ 140321 w 531556"/>
                  <a:gd name="connsiteY67" fmla="*/ 276208 h 468935"/>
                  <a:gd name="connsiteX68" fmla="*/ 144107 w 531556"/>
                  <a:gd name="connsiteY68" fmla="*/ 271879 h 4689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</a:cxnLst>
                <a:rect l="l" t="t" r="r" b="b"/>
                <a:pathLst>
                  <a:path w="531556" h="468935">
                    <a:moveTo>
                      <a:pt x="144107" y="271879"/>
                    </a:moveTo>
                    <a:lnTo>
                      <a:pt x="381159" y="271879"/>
                    </a:lnTo>
                    <a:cubicBezTo>
                      <a:pt x="383777" y="271879"/>
                      <a:pt x="384995" y="273360"/>
                      <a:pt x="384995" y="276208"/>
                    </a:cubicBezTo>
                    <a:lnTo>
                      <a:pt x="384995" y="289164"/>
                    </a:lnTo>
                    <a:cubicBezTo>
                      <a:pt x="384995" y="363292"/>
                      <a:pt x="384550" y="407032"/>
                      <a:pt x="383777" y="420679"/>
                    </a:cubicBezTo>
                    <a:cubicBezTo>
                      <a:pt x="382542" y="440515"/>
                      <a:pt x="373620" y="452401"/>
                      <a:pt x="357174" y="456039"/>
                    </a:cubicBezTo>
                    <a:cubicBezTo>
                      <a:pt x="351215" y="457257"/>
                      <a:pt x="343099" y="457932"/>
                      <a:pt x="332860" y="457932"/>
                    </a:cubicBezTo>
                    <a:cubicBezTo>
                      <a:pt x="325814" y="457932"/>
                      <a:pt x="322324" y="459660"/>
                      <a:pt x="322324" y="463463"/>
                    </a:cubicBezTo>
                    <a:cubicBezTo>
                      <a:pt x="322324" y="467118"/>
                      <a:pt x="326654" y="469011"/>
                      <a:pt x="335280" y="469011"/>
                    </a:cubicBezTo>
                    <a:cubicBezTo>
                      <a:pt x="347692" y="469011"/>
                      <a:pt x="364681" y="468715"/>
                      <a:pt x="386213" y="468204"/>
                    </a:cubicBezTo>
                    <a:cubicBezTo>
                      <a:pt x="407811" y="467645"/>
                      <a:pt x="420618" y="467365"/>
                      <a:pt x="424668" y="467365"/>
                    </a:cubicBezTo>
                    <a:cubicBezTo>
                      <a:pt x="428849" y="467365"/>
                      <a:pt x="440867" y="467645"/>
                      <a:pt x="460456" y="468204"/>
                    </a:cubicBezTo>
                    <a:cubicBezTo>
                      <a:pt x="480030" y="468715"/>
                      <a:pt x="494302" y="469011"/>
                      <a:pt x="502961" y="469011"/>
                    </a:cubicBezTo>
                    <a:cubicBezTo>
                      <a:pt x="511703" y="469011"/>
                      <a:pt x="515900" y="467118"/>
                      <a:pt x="515900" y="463463"/>
                    </a:cubicBezTo>
                    <a:cubicBezTo>
                      <a:pt x="515900" y="459660"/>
                      <a:pt x="512295" y="457932"/>
                      <a:pt x="504871" y="457932"/>
                    </a:cubicBezTo>
                    <a:cubicBezTo>
                      <a:pt x="499850" y="457932"/>
                      <a:pt x="493940" y="457257"/>
                      <a:pt x="486894" y="456039"/>
                    </a:cubicBezTo>
                    <a:cubicBezTo>
                      <a:pt x="472721" y="453487"/>
                      <a:pt x="465181" y="441849"/>
                      <a:pt x="463831" y="420679"/>
                    </a:cubicBezTo>
                    <a:cubicBezTo>
                      <a:pt x="463024" y="407032"/>
                      <a:pt x="462613" y="363144"/>
                      <a:pt x="462613" y="289164"/>
                    </a:cubicBezTo>
                    <a:lnTo>
                      <a:pt x="462613" y="179922"/>
                    </a:lnTo>
                    <a:cubicBezTo>
                      <a:pt x="462613" y="109712"/>
                      <a:pt x="463683" y="65446"/>
                      <a:pt x="465708" y="47223"/>
                    </a:cubicBezTo>
                    <a:cubicBezTo>
                      <a:pt x="468144" y="26958"/>
                      <a:pt x="476243" y="15747"/>
                      <a:pt x="490006" y="13607"/>
                    </a:cubicBezTo>
                    <a:cubicBezTo>
                      <a:pt x="501891" y="11961"/>
                      <a:pt x="512443" y="11303"/>
                      <a:pt x="521613" y="11303"/>
                    </a:cubicBezTo>
                    <a:cubicBezTo>
                      <a:pt x="528346" y="11303"/>
                      <a:pt x="531589" y="9541"/>
                      <a:pt x="531589" y="6298"/>
                    </a:cubicBezTo>
                    <a:cubicBezTo>
                      <a:pt x="531589" y="2100"/>
                      <a:pt x="527407" y="76"/>
                      <a:pt x="519193" y="76"/>
                    </a:cubicBezTo>
                    <a:cubicBezTo>
                      <a:pt x="503817" y="76"/>
                      <a:pt x="484870" y="372"/>
                      <a:pt x="461922" y="899"/>
                    </a:cubicBezTo>
                    <a:cubicBezTo>
                      <a:pt x="439270" y="1442"/>
                      <a:pt x="426018" y="1722"/>
                      <a:pt x="422232" y="1722"/>
                    </a:cubicBezTo>
                    <a:cubicBezTo>
                      <a:pt x="418610" y="1722"/>
                      <a:pt x="406971" y="1442"/>
                      <a:pt x="387415" y="899"/>
                    </a:cubicBezTo>
                    <a:cubicBezTo>
                      <a:pt x="368088" y="372"/>
                      <a:pt x="353651" y="76"/>
                      <a:pt x="344614" y="76"/>
                    </a:cubicBezTo>
                    <a:cubicBezTo>
                      <a:pt x="335955" y="76"/>
                      <a:pt x="331642" y="2100"/>
                      <a:pt x="331642" y="6298"/>
                    </a:cubicBezTo>
                    <a:cubicBezTo>
                      <a:pt x="331642" y="9146"/>
                      <a:pt x="336234" y="11023"/>
                      <a:pt x="345256" y="11829"/>
                    </a:cubicBezTo>
                    <a:cubicBezTo>
                      <a:pt x="351511" y="12652"/>
                      <a:pt x="357816" y="13327"/>
                      <a:pt x="363923" y="13607"/>
                    </a:cubicBezTo>
                    <a:cubicBezTo>
                      <a:pt x="373340" y="15747"/>
                      <a:pt x="379447" y="27238"/>
                      <a:pt x="381867" y="47898"/>
                    </a:cubicBezTo>
                    <a:cubicBezTo>
                      <a:pt x="383892" y="64096"/>
                      <a:pt x="384995" y="108115"/>
                      <a:pt x="384995" y="179922"/>
                    </a:cubicBezTo>
                    <a:lnTo>
                      <a:pt x="384995" y="234609"/>
                    </a:lnTo>
                    <a:cubicBezTo>
                      <a:pt x="384995" y="237045"/>
                      <a:pt x="383777" y="238264"/>
                      <a:pt x="381159" y="238264"/>
                    </a:cubicBezTo>
                    <a:lnTo>
                      <a:pt x="144107" y="238264"/>
                    </a:lnTo>
                    <a:cubicBezTo>
                      <a:pt x="141687" y="238264"/>
                      <a:pt x="140321" y="237045"/>
                      <a:pt x="140321" y="234609"/>
                    </a:cubicBezTo>
                    <a:lnTo>
                      <a:pt x="140321" y="179922"/>
                    </a:lnTo>
                    <a:cubicBezTo>
                      <a:pt x="140321" y="109712"/>
                      <a:pt x="141391" y="65446"/>
                      <a:pt x="143415" y="47223"/>
                    </a:cubicBezTo>
                    <a:cubicBezTo>
                      <a:pt x="146000" y="26958"/>
                      <a:pt x="154116" y="15747"/>
                      <a:pt x="167746" y="13607"/>
                    </a:cubicBezTo>
                    <a:cubicBezTo>
                      <a:pt x="179615" y="11961"/>
                      <a:pt x="190283" y="11303"/>
                      <a:pt x="199468" y="11303"/>
                    </a:cubicBezTo>
                    <a:cubicBezTo>
                      <a:pt x="206070" y="11303"/>
                      <a:pt x="209280" y="9541"/>
                      <a:pt x="209280" y="6298"/>
                    </a:cubicBezTo>
                    <a:cubicBezTo>
                      <a:pt x="209280" y="2100"/>
                      <a:pt x="205115" y="76"/>
                      <a:pt x="196884" y="76"/>
                    </a:cubicBezTo>
                    <a:cubicBezTo>
                      <a:pt x="181492" y="76"/>
                      <a:pt x="162627" y="372"/>
                      <a:pt x="139646" y="899"/>
                    </a:cubicBezTo>
                    <a:cubicBezTo>
                      <a:pt x="116977" y="1442"/>
                      <a:pt x="103594" y="1722"/>
                      <a:pt x="99956" y="1722"/>
                    </a:cubicBezTo>
                    <a:cubicBezTo>
                      <a:pt x="96318" y="1722"/>
                      <a:pt x="84564" y="1442"/>
                      <a:pt x="64974" y="899"/>
                    </a:cubicBezTo>
                    <a:cubicBezTo>
                      <a:pt x="45269" y="372"/>
                      <a:pt x="30997" y="76"/>
                      <a:pt x="21778" y="76"/>
                    </a:cubicBezTo>
                    <a:cubicBezTo>
                      <a:pt x="13547" y="76"/>
                      <a:pt x="9366" y="2100"/>
                      <a:pt x="9366" y="6298"/>
                    </a:cubicBezTo>
                    <a:cubicBezTo>
                      <a:pt x="9366" y="9146"/>
                      <a:pt x="13942" y="11023"/>
                      <a:pt x="23128" y="11829"/>
                    </a:cubicBezTo>
                    <a:cubicBezTo>
                      <a:pt x="29334" y="12652"/>
                      <a:pt x="35540" y="13327"/>
                      <a:pt x="41631" y="13607"/>
                    </a:cubicBezTo>
                    <a:cubicBezTo>
                      <a:pt x="51212" y="15747"/>
                      <a:pt x="57155" y="27238"/>
                      <a:pt x="59575" y="47749"/>
                    </a:cubicBezTo>
                    <a:cubicBezTo>
                      <a:pt x="61748" y="64096"/>
                      <a:pt x="62818" y="108115"/>
                      <a:pt x="62818" y="179922"/>
                    </a:cubicBezTo>
                    <a:lnTo>
                      <a:pt x="62818" y="289164"/>
                    </a:lnTo>
                    <a:cubicBezTo>
                      <a:pt x="62818" y="363144"/>
                      <a:pt x="62258" y="407032"/>
                      <a:pt x="61451" y="420679"/>
                    </a:cubicBezTo>
                    <a:cubicBezTo>
                      <a:pt x="60233" y="440515"/>
                      <a:pt x="51344" y="452253"/>
                      <a:pt x="34882" y="456039"/>
                    </a:cubicBezTo>
                    <a:cubicBezTo>
                      <a:pt x="29054" y="457257"/>
                      <a:pt x="20988" y="457932"/>
                      <a:pt x="10567" y="457932"/>
                    </a:cubicBezTo>
                    <a:cubicBezTo>
                      <a:pt x="3555" y="457932"/>
                      <a:pt x="32" y="459660"/>
                      <a:pt x="32" y="463463"/>
                    </a:cubicBezTo>
                    <a:cubicBezTo>
                      <a:pt x="32" y="467118"/>
                      <a:pt x="4378" y="469011"/>
                      <a:pt x="13004" y="469011"/>
                    </a:cubicBezTo>
                    <a:cubicBezTo>
                      <a:pt x="25548" y="469011"/>
                      <a:pt x="42586" y="468715"/>
                      <a:pt x="63904" y="468204"/>
                    </a:cubicBezTo>
                    <a:cubicBezTo>
                      <a:pt x="85519" y="467645"/>
                      <a:pt x="98326" y="467365"/>
                      <a:pt x="102524" y="467365"/>
                    </a:cubicBezTo>
                    <a:cubicBezTo>
                      <a:pt x="106606" y="467365"/>
                      <a:pt x="118558" y="467645"/>
                      <a:pt x="138148" y="468204"/>
                    </a:cubicBezTo>
                    <a:cubicBezTo>
                      <a:pt x="157885" y="468715"/>
                      <a:pt x="172059" y="469011"/>
                      <a:pt x="180718" y="469011"/>
                    </a:cubicBezTo>
                    <a:cubicBezTo>
                      <a:pt x="189476" y="469011"/>
                      <a:pt x="193805" y="467118"/>
                      <a:pt x="193805" y="463463"/>
                    </a:cubicBezTo>
                    <a:cubicBezTo>
                      <a:pt x="193805" y="459660"/>
                      <a:pt x="189986" y="457932"/>
                      <a:pt x="182578" y="457932"/>
                    </a:cubicBezTo>
                    <a:cubicBezTo>
                      <a:pt x="177590" y="457932"/>
                      <a:pt x="171631" y="457257"/>
                      <a:pt x="164618" y="456039"/>
                    </a:cubicBezTo>
                    <a:cubicBezTo>
                      <a:pt x="150593" y="453487"/>
                      <a:pt x="142757" y="441849"/>
                      <a:pt x="141687" y="420679"/>
                    </a:cubicBezTo>
                    <a:cubicBezTo>
                      <a:pt x="140732" y="407032"/>
                      <a:pt x="140321" y="363292"/>
                      <a:pt x="140321" y="289164"/>
                    </a:cubicBezTo>
                    <a:lnTo>
                      <a:pt x="140321" y="276208"/>
                    </a:lnTo>
                    <a:cubicBezTo>
                      <a:pt x="140321" y="273360"/>
                      <a:pt x="141687" y="271879"/>
                      <a:pt x="144107" y="271879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8" name="Dowolny kształt: kształt 17">
                <a:extLst>
                  <a:ext uri="{FF2B5EF4-FFF2-40B4-BE49-F238E27FC236}">
                    <a16:creationId xmlns:a16="http://schemas.microsoft.com/office/drawing/2014/main" id="{8B8BFF68-B3F5-4BE0-A75F-51CA5D99F5B3}"/>
                  </a:ext>
                </a:extLst>
              </p:cNvPr>
              <p:cNvSpPr/>
              <p:nvPr/>
            </p:nvSpPr>
            <p:spPr>
              <a:xfrm flipV="1">
                <a:off x="1790054" y="3595942"/>
                <a:ext cx="313534" cy="476343"/>
              </a:xfrm>
              <a:custGeom>
                <a:avLst/>
                <a:gdLst>
                  <a:gd name="connsiteX0" fmla="*/ 62855 w 313534"/>
                  <a:gd name="connsiteY0" fmla="*/ 182468 h 476343"/>
                  <a:gd name="connsiteX1" fmla="*/ 62855 w 313534"/>
                  <a:gd name="connsiteY1" fmla="*/ 291710 h 476343"/>
                  <a:gd name="connsiteX2" fmla="*/ 61505 w 313534"/>
                  <a:gd name="connsiteY2" fmla="*/ 423076 h 476343"/>
                  <a:gd name="connsiteX3" fmla="*/ 34771 w 313534"/>
                  <a:gd name="connsiteY3" fmla="*/ 458453 h 476343"/>
                  <a:gd name="connsiteX4" fmla="*/ 10736 w 313534"/>
                  <a:gd name="connsiteY4" fmla="*/ 460330 h 476343"/>
                  <a:gd name="connsiteX5" fmla="*/ 52 w 313534"/>
                  <a:gd name="connsiteY5" fmla="*/ 465861 h 476343"/>
                  <a:gd name="connsiteX6" fmla="*/ 13732 w 313534"/>
                  <a:gd name="connsiteY6" fmla="*/ 471557 h 476343"/>
                  <a:gd name="connsiteX7" fmla="*/ 64353 w 313534"/>
                  <a:gd name="connsiteY7" fmla="*/ 470717 h 476343"/>
                  <a:gd name="connsiteX8" fmla="*/ 103104 w 313534"/>
                  <a:gd name="connsiteY8" fmla="*/ 469779 h 476343"/>
                  <a:gd name="connsiteX9" fmla="*/ 258374 w 313534"/>
                  <a:gd name="connsiteY9" fmla="*/ 470470 h 476343"/>
                  <a:gd name="connsiteX10" fmla="*/ 284943 w 313534"/>
                  <a:gd name="connsiteY10" fmla="*/ 474108 h 476343"/>
                  <a:gd name="connsiteX11" fmla="*/ 294952 w 313534"/>
                  <a:gd name="connsiteY11" fmla="*/ 476413 h 476343"/>
                  <a:gd name="connsiteX12" fmla="*/ 298607 w 313534"/>
                  <a:gd name="connsiteY12" fmla="*/ 470882 h 476343"/>
                  <a:gd name="connsiteX13" fmla="*/ 296829 w 313534"/>
                  <a:gd name="connsiteY13" fmla="*/ 459671 h 476343"/>
                  <a:gd name="connsiteX14" fmla="*/ 294146 w 313534"/>
                  <a:gd name="connsiteY14" fmla="*/ 430632 h 476343"/>
                  <a:gd name="connsiteX15" fmla="*/ 290623 w 313534"/>
                  <a:gd name="connsiteY15" fmla="*/ 389724 h 476343"/>
                  <a:gd name="connsiteX16" fmla="*/ 284449 w 313534"/>
                  <a:gd name="connsiteY16" fmla="*/ 382991 h 476343"/>
                  <a:gd name="connsiteX17" fmla="*/ 279182 w 313534"/>
                  <a:gd name="connsiteY17" fmla="*/ 389724 h 476343"/>
                  <a:gd name="connsiteX18" fmla="*/ 277535 w 313534"/>
                  <a:gd name="connsiteY18" fmla="*/ 402811 h 476343"/>
                  <a:gd name="connsiteX19" fmla="*/ 275132 w 313534"/>
                  <a:gd name="connsiteY19" fmla="*/ 413890 h 476343"/>
                  <a:gd name="connsiteX20" fmla="*/ 233516 w 313534"/>
                  <a:gd name="connsiteY20" fmla="*/ 436443 h 476343"/>
                  <a:gd name="connsiteX21" fmla="*/ 145362 w 313534"/>
                  <a:gd name="connsiteY21" fmla="*/ 438863 h 476343"/>
                  <a:gd name="connsiteX22" fmla="*/ 141049 w 313534"/>
                  <a:gd name="connsiteY22" fmla="*/ 432657 h 476343"/>
                  <a:gd name="connsiteX23" fmla="*/ 141049 w 313534"/>
                  <a:gd name="connsiteY23" fmla="*/ 275610 h 476343"/>
                  <a:gd name="connsiteX24" fmla="*/ 145362 w 313534"/>
                  <a:gd name="connsiteY24" fmla="*/ 268745 h 476343"/>
                  <a:gd name="connsiteX25" fmla="*/ 244595 w 313534"/>
                  <a:gd name="connsiteY25" fmla="*/ 269947 h 476343"/>
                  <a:gd name="connsiteX26" fmla="*/ 260810 w 313534"/>
                  <a:gd name="connsiteY26" fmla="*/ 271873 h 476343"/>
                  <a:gd name="connsiteX27" fmla="*/ 274441 w 313534"/>
                  <a:gd name="connsiteY27" fmla="*/ 279297 h 476343"/>
                  <a:gd name="connsiteX28" fmla="*/ 284449 w 313534"/>
                  <a:gd name="connsiteY28" fmla="*/ 287380 h 476343"/>
                  <a:gd name="connsiteX29" fmla="*/ 288762 w 313534"/>
                  <a:gd name="connsiteY29" fmla="*/ 282376 h 476343"/>
                  <a:gd name="connsiteX30" fmla="*/ 286869 w 313534"/>
                  <a:gd name="connsiteY30" fmla="*/ 269947 h 476343"/>
                  <a:gd name="connsiteX31" fmla="*/ 283758 w 313534"/>
                  <a:gd name="connsiteY31" fmla="*/ 237155 h 476343"/>
                  <a:gd name="connsiteX32" fmla="*/ 281322 w 313534"/>
                  <a:gd name="connsiteY32" fmla="*/ 195440 h 476343"/>
                  <a:gd name="connsiteX33" fmla="*/ 275790 w 313534"/>
                  <a:gd name="connsiteY33" fmla="*/ 183818 h 476343"/>
                  <a:gd name="connsiteX34" fmla="*/ 270111 w 313534"/>
                  <a:gd name="connsiteY34" fmla="*/ 190172 h 476343"/>
                  <a:gd name="connsiteX35" fmla="*/ 267658 w 313534"/>
                  <a:gd name="connsiteY35" fmla="*/ 211639 h 476343"/>
                  <a:gd name="connsiteX36" fmla="*/ 232973 w 313534"/>
                  <a:gd name="connsiteY36" fmla="*/ 235953 h 476343"/>
                  <a:gd name="connsiteX37" fmla="*/ 144687 w 313534"/>
                  <a:gd name="connsiteY37" fmla="*/ 237682 h 476343"/>
                  <a:gd name="connsiteX38" fmla="*/ 141049 w 313534"/>
                  <a:gd name="connsiteY38" fmla="*/ 231607 h 476343"/>
                  <a:gd name="connsiteX39" fmla="*/ 141049 w 313534"/>
                  <a:gd name="connsiteY39" fmla="*/ 86199 h 476343"/>
                  <a:gd name="connsiteX40" fmla="*/ 155618 w 313534"/>
                  <a:gd name="connsiteY40" fmla="*/ 43562 h 476343"/>
                  <a:gd name="connsiteX41" fmla="*/ 215441 w 313534"/>
                  <a:gd name="connsiteY41" fmla="*/ 34097 h 476343"/>
                  <a:gd name="connsiteX42" fmla="*/ 273897 w 313534"/>
                  <a:gd name="connsiteY42" fmla="*/ 41521 h 476343"/>
                  <a:gd name="connsiteX43" fmla="*/ 301850 w 313534"/>
                  <a:gd name="connsiteY43" fmla="*/ 87433 h 476343"/>
                  <a:gd name="connsiteX44" fmla="*/ 308714 w 313534"/>
                  <a:gd name="connsiteY44" fmla="*/ 96751 h 476343"/>
                  <a:gd name="connsiteX45" fmla="*/ 313587 w 313534"/>
                  <a:gd name="connsiteY45" fmla="*/ 85524 h 476343"/>
                  <a:gd name="connsiteX46" fmla="*/ 305620 w 313534"/>
                  <a:gd name="connsiteY46" fmla="*/ 16285 h 476343"/>
                  <a:gd name="connsiteX47" fmla="*/ 296829 w 313534"/>
                  <a:gd name="connsiteY47" fmla="*/ 2638 h 476343"/>
                  <a:gd name="connsiteX48" fmla="*/ 272004 w 313534"/>
                  <a:gd name="connsiteY48" fmla="*/ 70 h 476343"/>
                  <a:gd name="connsiteX49" fmla="*/ 164540 w 313534"/>
                  <a:gd name="connsiteY49" fmla="*/ 2094 h 476343"/>
                  <a:gd name="connsiteX50" fmla="*/ 100141 w 313534"/>
                  <a:gd name="connsiteY50" fmla="*/ 4251 h 476343"/>
                  <a:gd name="connsiteX51" fmla="*/ 65044 w 313534"/>
                  <a:gd name="connsiteY51" fmla="*/ 3313 h 476343"/>
                  <a:gd name="connsiteX52" fmla="*/ 21815 w 313534"/>
                  <a:gd name="connsiteY52" fmla="*/ 2638 h 476343"/>
                  <a:gd name="connsiteX53" fmla="*/ 9419 w 313534"/>
                  <a:gd name="connsiteY53" fmla="*/ 8712 h 476343"/>
                  <a:gd name="connsiteX54" fmla="*/ 23050 w 313534"/>
                  <a:gd name="connsiteY54" fmla="*/ 14375 h 476343"/>
                  <a:gd name="connsiteX55" fmla="*/ 41685 w 313534"/>
                  <a:gd name="connsiteY55" fmla="*/ 16137 h 476343"/>
                  <a:gd name="connsiteX56" fmla="*/ 59628 w 313534"/>
                  <a:gd name="connsiteY56" fmla="*/ 50295 h 476343"/>
                  <a:gd name="connsiteX57" fmla="*/ 62855 w 313534"/>
                  <a:gd name="connsiteY57" fmla="*/ 182468 h 476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</a:cxnLst>
                <a:rect l="l" t="t" r="r" b="b"/>
                <a:pathLst>
                  <a:path w="313534" h="476343">
                    <a:moveTo>
                      <a:pt x="62855" y="182468"/>
                    </a:moveTo>
                    <a:lnTo>
                      <a:pt x="62855" y="291710"/>
                    </a:lnTo>
                    <a:cubicBezTo>
                      <a:pt x="62855" y="365690"/>
                      <a:pt x="62312" y="409446"/>
                      <a:pt x="61505" y="423076"/>
                    </a:cubicBezTo>
                    <a:cubicBezTo>
                      <a:pt x="60303" y="443045"/>
                      <a:pt x="51266" y="454815"/>
                      <a:pt x="34771" y="458453"/>
                    </a:cubicBezTo>
                    <a:cubicBezTo>
                      <a:pt x="28960" y="459671"/>
                      <a:pt x="21009" y="460330"/>
                      <a:pt x="10736" y="460330"/>
                    </a:cubicBezTo>
                    <a:cubicBezTo>
                      <a:pt x="3477" y="460330"/>
                      <a:pt x="52" y="462223"/>
                      <a:pt x="52" y="465861"/>
                    </a:cubicBezTo>
                    <a:cubicBezTo>
                      <a:pt x="52" y="469647"/>
                      <a:pt x="4530" y="471557"/>
                      <a:pt x="13732" y="471557"/>
                    </a:cubicBezTo>
                    <a:cubicBezTo>
                      <a:pt x="26145" y="471557"/>
                      <a:pt x="42870" y="471129"/>
                      <a:pt x="64353" y="470717"/>
                    </a:cubicBezTo>
                    <a:cubicBezTo>
                      <a:pt x="85556" y="470207"/>
                      <a:pt x="98660" y="469779"/>
                      <a:pt x="103104" y="469779"/>
                    </a:cubicBezTo>
                    <a:cubicBezTo>
                      <a:pt x="201251" y="469779"/>
                      <a:pt x="252958" y="470042"/>
                      <a:pt x="258374" y="470470"/>
                    </a:cubicBezTo>
                    <a:cubicBezTo>
                      <a:pt x="269173" y="471129"/>
                      <a:pt x="277947" y="472347"/>
                      <a:pt x="284943" y="474108"/>
                    </a:cubicBezTo>
                    <a:cubicBezTo>
                      <a:pt x="292137" y="475721"/>
                      <a:pt x="295364" y="476413"/>
                      <a:pt x="294952" y="476413"/>
                    </a:cubicBezTo>
                    <a:cubicBezTo>
                      <a:pt x="297389" y="476413"/>
                      <a:pt x="298607" y="474651"/>
                      <a:pt x="298607" y="470882"/>
                    </a:cubicBezTo>
                    <a:cubicBezTo>
                      <a:pt x="298607" y="470470"/>
                      <a:pt x="298064" y="466700"/>
                      <a:pt x="296829" y="459671"/>
                    </a:cubicBezTo>
                    <a:cubicBezTo>
                      <a:pt x="295512" y="451424"/>
                      <a:pt x="294672" y="441843"/>
                      <a:pt x="294146" y="430632"/>
                    </a:cubicBezTo>
                    <a:cubicBezTo>
                      <a:pt x="293355" y="419553"/>
                      <a:pt x="292269" y="405923"/>
                      <a:pt x="290623" y="389724"/>
                    </a:cubicBezTo>
                    <a:cubicBezTo>
                      <a:pt x="289833" y="385148"/>
                      <a:pt x="287676" y="382991"/>
                      <a:pt x="284449" y="382991"/>
                    </a:cubicBezTo>
                    <a:cubicBezTo>
                      <a:pt x="281618" y="382991"/>
                      <a:pt x="279824" y="385148"/>
                      <a:pt x="279182" y="389724"/>
                    </a:cubicBezTo>
                    <a:cubicBezTo>
                      <a:pt x="278605" y="394432"/>
                      <a:pt x="277947" y="398778"/>
                      <a:pt x="277535" y="402811"/>
                    </a:cubicBezTo>
                    <a:cubicBezTo>
                      <a:pt x="277272" y="407009"/>
                      <a:pt x="276317" y="410631"/>
                      <a:pt x="275132" y="413890"/>
                    </a:cubicBezTo>
                    <a:cubicBezTo>
                      <a:pt x="270111" y="425891"/>
                      <a:pt x="256201" y="433464"/>
                      <a:pt x="233516" y="436443"/>
                    </a:cubicBezTo>
                    <a:cubicBezTo>
                      <a:pt x="219474" y="438057"/>
                      <a:pt x="190172" y="438863"/>
                      <a:pt x="145362" y="438863"/>
                    </a:cubicBezTo>
                    <a:cubicBezTo>
                      <a:pt x="142514" y="438863"/>
                      <a:pt x="141049" y="436838"/>
                      <a:pt x="141049" y="432657"/>
                    </a:cubicBezTo>
                    <a:lnTo>
                      <a:pt x="141049" y="275610"/>
                    </a:lnTo>
                    <a:cubicBezTo>
                      <a:pt x="141049" y="271050"/>
                      <a:pt x="142514" y="268745"/>
                      <a:pt x="145362" y="268745"/>
                    </a:cubicBezTo>
                    <a:cubicBezTo>
                      <a:pt x="202074" y="268745"/>
                      <a:pt x="235129" y="269272"/>
                      <a:pt x="244595" y="269947"/>
                    </a:cubicBezTo>
                    <a:cubicBezTo>
                      <a:pt x="251608" y="270507"/>
                      <a:pt x="257007" y="271050"/>
                      <a:pt x="260810" y="271873"/>
                    </a:cubicBezTo>
                    <a:cubicBezTo>
                      <a:pt x="267131" y="273618"/>
                      <a:pt x="271609" y="276054"/>
                      <a:pt x="274441" y="279297"/>
                    </a:cubicBezTo>
                    <a:cubicBezTo>
                      <a:pt x="279445" y="284680"/>
                      <a:pt x="282787" y="287380"/>
                      <a:pt x="284449" y="287380"/>
                    </a:cubicBezTo>
                    <a:cubicBezTo>
                      <a:pt x="287413" y="287380"/>
                      <a:pt x="288762" y="285635"/>
                      <a:pt x="288762" y="282376"/>
                    </a:cubicBezTo>
                    <a:cubicBezTo>
                      <a:pt x="288762" y="281997"/>
                      <a:pt x="288088" y="277783"/>
                      <a:pt x="286869" y="269947"/>
                    </a:cubicBezTo>
                    <a:cubicBezTo>
                      <a:pt x="285651" y="260383"/>
                      <a:pt x="284581" y="249435"/>
                      <a:pt x="283758" y="237155"/>
                    </a:cubicBezTo>
                    <a:cubicBezTo>
                      <a:pt x="282128" y="213384"/>
                      <a:pt x="281322" y="199622"/>
                      <a:pt x="281322" y="195440"/>
                    </a:cubicBezTo>
                    <a:cubicBezTo>
                      <a:pt x="281322" y="187736"/>
                      <a:pt x="279445" y="183818"/>
                      <a:pt x="275790" y="183818"/>
                    </a:cubicBezTo>
                    <a:cubicBezTo>
                      <a:pt x="272004" y="183818"/>
                      <a:pt x="270111" y="185859"/>
                      <a:pt x="270111" y="190172"/>
                    </a:cubicBezTo>
                    <a:cubicBezTo>
                      <a:pt x="270111" y="194617"/>
                      <a:pt x="269321" y="201663"/>
                      <a:pt x="267658" y="211639"/>
                    </a:cubicBezTo>
                    <a:cubicBezTo>
                      <a:pt x="264415" y="225681"/>
                      <a:pt x="252694" y="233780"/>
                      <a:pt x="232973" y="235953"/>
                    </a:cubicBezTo>
                    <a:cubicBezTo>
                      <a:pt x="221367" y="237155"/>
                      <a:pt x="191933" y="237682"/>
                      <a:pt x="144687" y="237682"/>
                    </a:cubicBezTo>
                    <a:cubicBezTo>
                      <a:pt x="142235" y="237682"/>
                      <a:pt x="141049" y="235657"/>
                      <a:pt x="141049" y="231607"/>
                    </a:cubicBezTo>
                    <a:lnTo>
                      <a:pt x="141049" y="86199"/>
                    </a:lnTo>
                    <a:cubicBezTo>
                      <a:pt x="141872" y="64337"/>
                      <a:pt x="146696" y="50015"/>
                      <a:pt x="155618" y="43562"/>
                    </a:cubicBezTo>
                    <a:cubicBezTo>
                      <a:pt x="164540" y="37208"/>
                      <a:pt x="184492" y="34097"/>
                      <a:pt x="215441" y="34097"/>
                    </a:cubicBezTo>
                    <a:cubicBezTo>
                      <a:pt x="243657" y="34097"/>
                      <a:pt x="263115" y="36533"/>
                      <a:pt x="273897" y="41521"/>
                    </a:cubicBezTo>
                    <a:cubicBezTo>
                      <a:pt x="288334" y="48139"/>
                      <a:pt x="297784" y="63514"/>
                      <a:pt x="301850" y="87433"/>
                    </a:cubicBezTo>
                    <a:cubicBezTo>
                      <a:pt x="303216" y="93508"/>
                      <a:pt x="305356" y="96751"/>
                      <a:pt x="308714" y="96751"/>
                    </a:cubicBezTo>
                    <a:cubicBezTo>
                      <a:pt x="311941" y="96751"/>
                      <a:pt x="313587" y="92948"/>
                      <a:pt x="313587" y="85524"/>
                    </a:cubicBezTo>
                    <a:cubicBezTo>
                      <a:pt x="313587" y="60288"/>
                      <a:pt x="311019" y="37208"/>
                      <a:pt x="305620" y="16285"/>
                    </a:cubicBezTo>
                    <a:cubicBezTo>
                      <a:pt x="303447" y="8712"/>
                      <a:pt x="300500" y="4251"/>
                      <a:pt x="296829" y="2638"/>
                    </a:cubicBezTo>
                    <a:cubicBezTo>
                      <a:pt x="293076" y="1024"/>
                      <a:pt x="284812" y="70"/>
                      <a:pt x="272004" y="70"/>
                    </a:cubicBezTo>
                    <a:cubicBezTo>
                      <a:pt x="236101" y="70"/>
                      <a:pt x="200181" y="745"/>
                      <a:pt x="164540" y="2094"/>
                    </a:cubicBezTo>
                    <a:cubicBezTo>
                      <a:pt x="128900" y="3428"/>
                      <a:pt x="107566" y="4251"/>
                      <a:pt x="100141" y="4251"/>
                    </a:cubicBezTo>
                    <a:cubicBezTo>
                      <a:pt x="96339" y="4251"/>
                      <a:pt x="84618" y="3988"/>
                      <a:pt x="65044" y="3313"/>
                    </a:cubicBezTo>
                    <a:cubicBezTo>
                      <a:pt x="45323" y="2934"/>
                      <a:pt x="30886" y="2638"/>
                      <a:pt x="21815" y="2638"/>
                    </a:cubicBezTo>
                    <a:cubicBezTo>
                      <a:pt x="13601" y="2638"/>
                      <a:pt x="9419" y="4646"/>
                      <a:pt x="9419" y="8712"/>
                    </a:cubicBezTo>
                    <a:cubicBezTo>
                      <a:pt x="9419" y="11675"/>
                      <a:pt x="13963" y="13437"/>
                      <a:pt x="23050" y="14375"/>
                    </a:cubicBezTo>
                    <a:cubicBezTo>
                      <a:pt x="29240" y="15198"/>
                      <a:pt x="35462" y="15741"/>
                      <a:pt x="41685" y="16137"/>
                    </a:cubicBezTo>
                    <a:cubicBezTo>
                      <a:pt x="51266" y="18441"/>
                      <a:pt x="57176" y="29784"/>
                      <a:pt x="59628" y="50295"/>
                    </a:cubicBezTo>
                    <a:cubicBezTo>
                      <a:pt x="61801" y="66494"/>
                      <a:pt x="62855" y="110496"/>
                      <a:pt x="62855" y="182468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19" name="Dowolny kształt: kształt 18">
                <a:extLst>
                  <a:ext uri="{FF2B5EF4-FFF2-40B4-BE49-F238E27FC236}">
                    <a16:creationId xmlns:a16="http://schemas.microsoft.com/office/drawing/2014/main" id="{8C0DE318-7522-429E-9425-D036EAA2ACF5}"/>
                  </a:ext>
                </a:extLst>
              </p:cNvPr>
              <p:cNvSpPr/>
              <p:nvPr/>
            </p:nvSpPr>
            <p:spPr>
              <a:xfrm flipV="1">
                <a:off x="2166391" y="3588535"/>
                <a:ext cx="259736" cy="486878"/>
              </a:xfrm>
              <a:custGeom>
                <a:avLst/>
                <a:gdLst>
                  <a:gd name="connsiteX0" fmla="*/ 102679 w 259736"/>
                  <a:gd name="connsiteY0" fmla="*/ 58 h 486878"/>
                  <a:gd name="connsiteX1" fmla="*/ 11941 w 259736"/>
                  <a:gd name="connsiteY1" fmla="*/ 16158 h 486878"/>
                  <a:gd name="connsiteX2" fmla="*/ 72 w 259736"/>
                  <a:gd name="connsiteY2" fmla="*/ 37345 h 486878"/>
                  <a:gd name="connsiteX3" fmla="*/ 3150 w 259736"/>
                  <a:gd name="connsiteY3" fmla="*/ 118765 h 486878"/>
                  <a:gd name="connsiteX4" fmla="*/ 10723 w 259736"/>
                  <a:gd name="connsiteY4" fmla="*/ 134832 h 486878"/>
                  <a:gd name="connsiteX5" fmla="*/ 16929 w 259736"/>
                  <a:gd name="connsiteY5" fmla="*/ 124280 h 486878"/>
                  <a:gd name="connsiteX6" fmla="*/ 22460 w 259736"/>
                  <a:gd name="connsiteY6" fmla="*/ 92541 h 486878"/>
                  <a:gd name="connsiteX7" fmla="*/ 111305 w 259736"/>
                  <a:gd name="connsiteY7" fmla="*/ 29904 h 486878"/>
                  <a:gd name="connsiteX8" fmla="*/ 173959 w 259736"/>
                  <a:gd name="connsiteY8" fmla="*/ 52885 h 486878"/>
                  <a:gd name="connsiteX9" fmla="*/ 194455 w 259736"/>
                  <a:gd name="connsiteY9" fmla="*/ 100657 h 486878"/>
                  <a:gd name="connsiteX10" fmla="*/ 133726 w 259736"/>
                  <a:gd name="connsiteY10" fmla="*/ 200153 h 486878"/>
                  <a:gd name="connsiteX11" fmla="*/ 105083 w 259736"/>
                  <a:gd name="connsiteY11" fmla="*/ 222311 h 486878"/>
                  <a:gd name="connsiteX12" fmla="*/ 13291 w 259736"/>
                  <a:gd name="connsiteY12" fmla="*/ 369596 h 486878"/>
                  <a:gd name="connsiteX13" fmla="*/ 52964 w 259736"/>
                  <a:gd name="connsiteY13" fmla="*/ 453997 h 486878"/>
                  <a:gd name="connsiteX14" fmla="*/ 156526 w 259736"/>
                  <a:gd name="connsiteY14" fmla="*/ 486937 h 486878"/>
                  <a:gd name="connsiteX15" fmla="*/ 239132 w 259736"/>
                  <a:gd name="connsiteY15" fmla="*/ 476286 h 486878"/>
                  <a:gd name="connsiteX16" fmla="*/ 247775 w 259736"/>
                  <a:gd name="connsiteY16" fmla="*/ 468845 h 486878"/>
                  <a:gd name="connsiteX17" fmla="*/ 246606 w 259736"/>
                  <a:gd name="connsiteY17" fmla="*/ 446967 h 486878"/>
                  <a:gd name="connsiteX18" fmla="*/ 245388 w 259736"/>
                  <a:gd name="connsiteY18" fmla="*/ 394454 h 486878"/>
                  <a:gd name="connsiteX19" fmla="*/ 238622 w 259736"/>
                  <a:gd name="connsiteY19" fmla="*/ 375671 h 486878"/>
                  <a:gd name="connsiteX20" fmla="*/ 232432 w 259736"/>
                  <a:gd name="connsiteY20" fmla="*/ 386881 h 486878"/>
                  <a:gd name="connsiteX21" fmla="*/ 216086 w 259736"/>
                  <a:gd name="connsiteY21" fmla="*/ 427789 h 486878"/>
                  <a:gd name="connsiteX22" fmla="*/ 148559 w 259736"/>
                  <a:gd name="connsiteY22" fmla="*/ 458310 h 486878"/>
                  <a:gd name="connsiteX23" fmla="*/ 94547 w 259736"/>
                  <a:gd name="connsiteY23" fmla="*/ 440646 h 486878"/>
                  <a:gd name="connsiteX24" fmla="*/ 74595 w 259736"/>
                  <a:gd name="connsiteY24" fmla="*/ 394454 h 486878"/>
                  <a:gd name="connsiteX25" fmla="*/ 88637 w 259736"/>
                  <a:gd name="connsiteY25" fmla="*/ 353134 h 486878"/>
                  <a:gd name="connsiteX26" fmla="*/ 140476 w 259736"/>
                  <a:gd name="connsiteY26" fmla="*/ 304802 h 486878"/>
                  <a:gd name="connsiteX27" fmla="*/ 157893 w 259736"/>
                  <a:gd name="connsiteY27" fmla="*/ 291846 h 486878"/>
                  <a:gd name="connsiteX28" fmla="*/ 236745 w 259736"/>
                  <a:gd name="connsiteY28" fmla="*/ 213932 h 486878"/>
                  <a:gd name="connsiteX29" fmla="*/ 259809 w 259736"/>
                  <a:gd name="connsiteY29" fmla="*/ 133598 h 486878"/>
                  <a:gd name="connsiteX30" fmla="*/ 201336 w 259736"/>
                  <a:gd name="connsiteY30" fmla="*/ 25574 h 486878"/>
                  <a:gd name="connsiteX31" fmla="*/ 102679 w 259736"/>
                  <a:gd name="connsiteY31" fmla="*/ 58 h 48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259736" h="486878">
                    <a:moveTo>
                      <a:pt x="102679" y="58"/>
                    </a:moveTo>
                    <a:cubicBezTo>
                      <a:pt x="66611" y="58"/>
                      <a:pt x="36354" y="5474"/>
                      <a:pt x="11941" y="16158"/>
                    </a:cubicBezTo>
                    <a:cubicBezTo>
                      <a:pt x="3957" y="19516"/>
                      <a:pt x="72" y="26545"/>
                      <a:pt x="72" y="37345"/>
                    </a:cubicBezTo>
                    <a:cubicBezTo>
                      <a:pt x="72" y="59601"/>
                      <a:pt x="1125" y="86763"/>
                      <a:pt x="3150" y="118765"/>
                    </a:cubicBezTo>
                    <a:cubicBezTo>
                      <a:pt x="3957" y="129416"/>
                      <a:pt x="6541" y="134832"/>
                      <a:pt x="10723" y="134832"/>
                    </a:cubicBezTo>
                    <a:cubicBezTo>
                      <a:pt x="14904" y="134832"/>
                      <a:pt x="16929" y="131326"/>
                      <a:pt x="16929" y="124280"/>
                    </a:cubicBezTo>
                    <a:cubicBezTo>
                      <a:pt x="16929" y="115638"/>
                      <a:pt x="18805" y="105118"/>
                      <a:pt x="22460" y="92541"/>
                    </a:cubicBezTo>
                    <a:cubicBezTo>
                      <a:pt x="34889" y="50843"/>
                      <a:pt x="64454" y="29904"/>
                      <a:pt x="111305" y="29904"/>
                    </a:cubicBezTo>
                    <a:cubicBezTo>
                      <a:pt x="137365" y="29904"/>
                      <a:pt x="158271" y="37608"/>
                      <a:pt x="173959" y="52885"/>
                    </a:cubicBezTo>
                    <a:cubicBezTo>
                      <a:pt x="187722" y="66630"/>
                      <a:pt x="194455" y="82434"/>
                      <a:pt x="194455" y="100657"/>
                    </a:cubicBezTo>
                    <a:cubicBezTo>
                      <a:pt x="194455" y="135079"/>
                      <a:pt x="174190" y="168151"/>
                      <a:pt x="133726" y="200153"/>
                    </a:cubicBezTo>
                    <a:lnTo>
                      <a:pt x="105083" y="222311"/>
                    </a:lnTo>
                    <a:cubicBezTo>
                      <a:pt x="43795" y="270528"/>
                      <a:pt x="13291" y="319519"/>
                      <a:pt x="13291" y="369596"/>
                    </a:cubicBezTo>
                    <a:cubicBezTo>
                      <a:pt x="13291" y="404035"/>
                      <a:pt x="26345" y="431987"/>
                      <a:pt x="52964" y="453997"/>
                    </a:cubicBezTo>
                    <a:cubicBezTo>
                      <a:pt x="79287" y="475858"/>
                      <a:pt x="114005" y="486937"/>
                      <a:pt x="156526" y="486937"/>
                    </a:cubicBezTo>
                    <a:cubicBezTo>
                      <a:pt x="183968" y="486937"/>
                      <a:pt x="211476" y="483431"/>
                      <a:pt x="239132" y="476286"/>
                    </a:cubicBezTo>
                    <a:cubicBezTo>
                      <a:pt x="244976" y="474656"/>
                      <a:pt x="247775" y="472220"/>
                      <a:pt x="247775" y="468845"/>
                    </a:cubicBezTo>
                    <a:cubicBezTo>
                      <a:pt x="247775" y="469800"/>
                      <a:pt x="247396" y="462359"/>
                      <a:pt x="246606" y="446967"/>
                    </a:cubicBezTo>
                    <a:cubicBezTo>
                      <a:pt x="245767" y="431312"/>
                      <a:pt x="245388" y="413895"/>
                      <a:pt x="245388" y="394454"/>
                    </a:cubicBezTo>
                    <a:cubicBezTo>
                      <a:pt x="245388" y="381893"/>
                      <a:pt x="243067" y="375671"/>
                      <a:pt x="238622" y="375671"/>
                    </a:cubicBezTo>
                    <a:cubicBezTo>
                      <a:pt x="234441" y="375671"/>
                      <a:pt x="232432" y="379457"/>
                      <a:pt x="232432" y="386881"/>
                    </a:cubicBezTo>
                    <a:cubicBezTo>
                      <a:pt x="232432" y="400676"/>
                      <a:pt x="227033" y="414307"/>
                      <a:pt x="216086" y="427789"/>
                    </a:cubicBezTo>
                    <a:cubicBezTo>
                      <a:pt x="200002" y="448202"/>
                      <a:pt x="177565" y="458310"/>
                      <a:pt x="148559" y="458310"/>
                    </a:cubicBezTo>
                    <a:cubicBezTo>
                      <a:pt x="125627" y="458310"/>
                      <a:pt x="107799" y="452383"/>
                      <a:pt x="94547" y="440646"/>
                    </a:cubicBezTo>
                    <a:cubicBezTo>
                      <a:pt x="81196" y="428744"/>
                      <a:pt x="74595" y="413484"/>
                      <a:pt x="74595" y="394454"/>
                    </a:cubicBezTo>
                    <a:cubicBezTo>
                      <a:pt x="74595" y="379737"/>
                      <a:pt x="79287" y="366090"/>
                      <a:pt x="88637" y="353134"/>
                    </a:cubicBezTo>
                    <a:cubicBezTo>
                      <a:pt x="98070" y="340031"/>
                      <a:pt x="115223" y="324095"/>
                      <a:pt x="140476" y="304802"/>
                    </a:cubicBezTo>
                    <a:lnTo>
                      <a:pt x="157893" y="291846"/>
                    </a:lnTo>
                    <a:cubicBezTo>
                      <a:pt x="194998" y="263614"/>
                      <a:pt x="221502" y="237818"/>
                      <a:pt x="236745" y="213932"/>
                    </a:cubicBezTo>
                    <a:cubicBezTo>
                      <a:pt x="251956" y="190177"/>
                      <a:pt x="259809" y="163295"/>
                      <a:pt x="259809" y="133598"/>
                    </a:cubicBezTo>
                    <a:cubicBezTo>
                      <a:pt x="259809" y="86763"/>
                      <a:pt x="240219" y="50695"/>
                      <a:pt x="201336" y="25574"/>
                    </a:cubicBezTo>
                    <a:cubicBezTo>
                      <a:pt x="175326" y="8585"/>
                      <a:pt x="142352" y="58"/>
                      <a:pt x="102679" y="58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20" name="Dowolny kształt: kształt 19">
                <a:extLst>
                  <a:ext uri="{FF2B5EF4-FFF2-40B4-BE49-F238E27FC236}">
                    <a16:creationId xmlns:a16="http://schemas.microsoft.com/office/drawing/2014/main" id="{66D4972E-AC59-4B27-8691-F5EC492F986B}"/>
                  </a:ext>
                </a:extLst>
              </p:cNvPr>
              <p:cNvSpPr/>
              <p:nvPr/>
            </p:nvSpPr>
            <p:spPr>
              <a:xfrm flipV="1">
                <a:off x="2438293" y="3591761"/>
                <a:ext cx="419615" cy="477956"/>
              </a:xfrm>
              <a:custGeom>
                <a:avLst/>
                <a:gdLst>
                  <a:gd name="connsiteX0" fmla="*/ 175686 w 419615"/>
                  <a:gd name="connsiteY0" fmla="*/ 179900 h 477956"/>
                  <a:gd name="connsiteX1" fmla="*/ 175686 w 419615"/>
                  <a:gd name="connsiteY1" fmla="*/ 434550 h 477956"/>
                  <a:gd name="connsiteX2" fmla="*/ 83219 w 419615"/>
                  <a:gd name="connsiteY2" fmla="*/ 431982 h 477956"/>
                  <a:gd name="connsiteX3" fmla="*/ 23035 w 419615"/>
                  <a:gd name="connsiteY3" fmla="*/ 413890 h 477956"/>
                  <a:gd name="connsiteX4" fmla="*/ 12499 w 419615"/>
                  <a:gd name="connsiteY4" fmla="*/ 392292 h 477956"/>
                  <a:gd name="connsiteX5" fmla="*/ 5634 w 419615"/>
                  <a:gd name="connsiteY5" fmla="*/ 384719 h 477956"/>
                  <a:gd name="connsiteX6" fmla="*/ 87 w 419615"/>
                  <a:gd name="connsiteY6" fmla="*/ 394712 h 477956"/>
                  <a:gd name="connsiteX7" fmla="*/ 13042 w 419615"/>
                  <a:gd name="connsiteY7" fmla="*/ 465992 h 477956"/>
                  <a:gd name="connsiteX8" fmla="*/ 20450 w 419615"/>
                  <a:gd name="connsiteY8" fmla="*/ 478026 h 477956"/>
                  <a:gd name="connsiteX9" fmla="*/ 30459 w 419615"/>
                  <a:gd name="connsiteY9" fmla="*/ 474635 h 477956"/>
                  <a:gd name="connsiteX10" fmla="*/ 47184 w 419615"/>
                  <a:gd name="connsiteY10" fmla="*/ 470601 h 477956"/>
                  <a:gd name="connsiteX11" fmla="*/ 109164 w 419615"/>
                  <a:gd name="connsiteY11" fmla="*/ 467210 h 477956"/>
                  <a:gd name="connsiteX12" fmla="*/ 355138 w 419615"/>
                  <a:gd name="connsiteY12" fmla="*/ 467210 h 477956"/>
                  <a:gd name="connsiteX13" fmla="*/ 385511 w 419615"/>
                  <a:gd name="connsiteY13" fmla="*/ 470601 h 477956"/>
                  <a:gd name="connsiteX14" fmla="*/ 414681 w 419615"/>
                  <a:gd name="connsiteY14" fmla="*/ 473844 h 477956"/>
                  <a:gd name="connsiteX15" fmla="*/ 419702 w 419615"/>
                  <a:gd name="connsiteY15" fmla="*/ 460741 h 477956"/>
                  <a:gd name="connsiteX16" fmla="*/ 418863 w 419615"/>
                  <a:gd name="connsiteY16" fmla="*/ 425792 h 477956"/>
                  <a:gd name="connsiteX17" fmla="*/ 417266 w 419615"/>
                  <a:gd name="connsiteY17" fmla="*/ 387979 h 477956"/>
                  <a:gd name="connsiteX18" fmla="*/ 412245 w 419615"/>
                  <a:gd name="connsiteY18" fmla="*/ 378497 h 477956"/>
                  <a:gd name="connsiteX19" fmla="*/ 405528 w 419615"/>
                  <a:gd name="connsiteY19" fmla="*/ 391057 h 477956"/>
                  <a:gd name="connsiteX20" fmla="*/ 404820 w 419615"/>
                  <a:gd name="connsiteY20" fmla="*/ 397823 h 477956"/>
                  <a:gd name="connsiteX21" fmla="*/ 331663 w 419615"/>
                  <a:gd name="connsiteY21" fmla="*/ 432509 h 477956"/>
                  <a:gd name="connsiteX22" fmla="*/ 253370 w 419615"/>
                  <a:gd name="connsiteY22" fmla="*/ 434550 h 477956"/>
                  <a:gd name="connsiteX23" fmla="*/ 253370 w 419615"/>
                  <a:gd name="connsiteY23" fmla="*/ 179900 h 477956"/>
                  <a:gd name="connsiteX24" fmla="*/ 256317 w 419615"/>
                  <a:gd name="connsiteY24" fmla="*/ 47200 h 477956"/>
                  <a:gd name="connsiteX25" fmla="*/ 280763 w 419615"/>
                  <a:gd name="connsiteY25" fmla="*/ 13568 h 477956"/>
                  <a:gd name="connsiteX26" fmla="*/ 312354 w 419615"/>
                  <a:gd name="connsiteY26" fmla="*/ 11148 h 477956"/>
                  <a:gd name="connsiteX27" fmla="*/ 322346 w 419615"/>
                  <a:gd name="connsiteY27" fmla="*/ 6144 h 477956"/>
                  <a:gd name="connsiteX28" fmla="*/ 310477 w 419615"/>
                  <a:gd name="connsiteY28" fmla="*/ 69 h 477956"/>
                  <a:gd name="connsiteX29" fmla="*/ 252662 w 419615"/>
                  <a:gd name="connsiteY29" fmla="*/ 859 h 477956"/>
                  <a:gd name="connsiteX30" fmla="*/ 212989 w 419615"/>
                  <a:gd name="connsiteY30" fmla="*/ 1683 h 477956"/>
                  <a:gd name="connsiteX31" fmla="*/ 177761 w 419615"/>
                  <a:gd name="connsiteY31" fmla="*/ 859 h 477956"/>
                  <a:gd name="connsiteX32" fmla="*/ 134663 w 419615"/>
                  <a:gd name="connsiteY32" fmla="*/ 69 h 477956"/>
                  <a:gd name="connsiteX33" fmla="*/ 122382 w 419615"/>
                  <a:gd name="connsiteY33" fmla="*/ 6144 h 477956"/>
                  <a:gd name="connsiteX34" fmla="*/ 135881 w 419615"/>
                  <a:gd name="connsiteY34" fmla="*/ 11807 h 477956"/>
                  <a:gd name="connsiteX35" fmla="*/ 154648 w 419615"/>
                  <a:gd name="connsiteY35" fmla="*/ 13568 h 477956"/>
                  <a:gd name="connsiteX36" fmla="*/ 172591 w 419615"/>
                  <a:gd name="connsiteY36" fmla="*/ 47858 h 477956"/>
                  <a:gd name="connsiteX37" fmla="*/ 175686 w 419615"/>
                  <a:gd name="connsiteY37" fmla="*/ 179900 h 477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419615" h="477956">
                    <a:moveTo>
                      <a:pt x="175686" y="179900"/>
                    </a:moveTo>
                    <a:lnTo>
                      <a:pt x="175686" y="434550"/>
                    </a:lnTo>
                    <a:lnTo>
                      <a:pt x="83219" y="431982"/>
                    </a:lnTo>
                    <a:cubicBezTo>
                      <a:pt x="50444" y="431192"/>
                      <a:pt x="30459" y="425101"/>
                      <a:pt x="23035" y="413890"/>
                    </a:cubicBezTo>
                    <a:cubicBezTo>
                      <a:pt x="17503" y="406054"/>
                      <a:pt x="14129" y="398910"/>
                      <a:pt x="12499" y="392292"/>
                    </a:cubicBezTo>
                    <a:cubicBezTo>
                      <a:pt x="11165" y="387156"/>
                      <a:pt x="8861" y="384719"/>
                      <a:pt x="5634" y="384719"/>
                    </a:cubicBezTo>
                    <a:cubicBezTo>
                      <a:pt x="1947" y="384719"/>
                      <a:pt x="87" y="387979"/>
                      <a:pt x="87" y="394712"/>
                    </a:cubicBezTo>
                    <a:cubicBezTo>
                      <a:pt x="87" y="405906"/>
                      <a:pt x="4416" y="429545"/>
                      <a:pt x="13042" y="465992"/>
                    </a:cubicBezTo>
                    <a:cubicBezTo>
                      <a:pt x="15050" y="474108"/>
                      <a:pt x="17503" y="478026"/>
                      <a:pt x="20450" y="478026"/>
                    </a:cubicBezTo>
                    <a:cubicBezTo>
                      <a:pt x="21685" y="478026"/>
                      <a:pt x="25207" y="476808"/>
                      <a:pt x="30459" y="474635"/>
                    </a:cubicBezTo>
                    <a:cubicBezTo>
                      <a:pt x="35858" y="472363"/>
                      <a:pt x="41390" y="470865"/>
                      <a:pt x="47184" y="470601"/>
                    </a:cubicBezTo>
                    <a:cubicBezTo>
                      <a:pt x="69638" y="468313"/>
                      <a:pt x="90232" y="467210"/>
                      <a:pt x="109164" y="467210"/>
                    </a:cubicBezTo>
                    <a:lnTo>
                      <a:pt x="355138" y="467210"/>
                    </a:lnTo>
                    <a:cubicBezTo>
                      <a:pt x="362332" y="467210"/>
                      <a:pt x="372275" y="468313"/>
                      <a:pt x="385511" y="470601"/>
                    </a:cubicBezTo>
                    <a:cubicBezTo>
                      <a:pt x="398911" y="472758"/>
                      <a:pt x="408623" y="473844"/>
                      <a:pt x="414681" y="473844"/>
                    </a:cubicBezTo>
                    <a:cubicBezTo>
                      <a:pt x="418072" y="473844"/>
                      <a:pt x="419702" y="469383"/>
                      <a:pt x="419702" y="460741"/>
                    </a:cubicBezTo>
                    <a:cubicBezTo>
                      <a:pt x="419702" y="456559"/>
                      <a:pt x="419422" y="445069"/>
                      <a:pt x="418863" y="425792"/>
                    </a:cubicBezTo>
                    <a:cubicBezTo>
                      <a:pt x="418204" y="406729"/>
                      <a:pt x="417628" y="394185"/>
                      <a:pt x="417266" y="387979"/>
                    </a:cubicBezTo>
                    <a:cubicBezTo>
                      <a:pt x="416854" y="381641"/>
                      <a:pt x="415109" y="378497"/>
                      <a:pt x="412245" y="378497"/>
                    </a:cubicBezTo>
                    <a:cubicBezTo>
                      <a:pt x="408623" y="378497"/>
                      <a:pt x="406319" y="382579"/>
                      <a:pt x="405528" y="391057"/>
                    </a:cubicBezTo>
                    <a:lnTo>
                      <a:pt x="404820" y="397823"/>
                    </a:lnTo>
                    <a:cubicBezTo>
                      <a:pt x="402812" y="419685"/>
                      <a:pt x="378383" y="431307"/>
                      <a:pt x="331663" y="432509"/>
                    </a:cubicBezTo>
                    <a:lnTo>
                      <a:pt x="253370" y="434550"/>
                    </a:lnTo>
                    <a:lnTo>
                      <a:pt x="253370" y="179900"/>
                    </a:lnTo>
                    <a:cubicBezTo>
                      <a:pt x="253370" y="109690"/>
                      <a:pt x="254407" y="65423"/>
                      <a:pt x="256317" y="47200"/>
                    </a:cubicBezTo>
                    <a:cubicBezTo>
                      <a:pt x="258885" y="26935"/>
                      <a:pt x="266853" y="15873"/>
                      <a:pt x="280763" y="13568"/>
                    </a:cubicBezTo>
                    <a:cubicBezTo>
                      <a:pt x="292632" y="11955"/>
                      <a:pt x="303151" y="11148"/>
                      <a:pt x="312354" y="11148"/>
                    </a:cubicBezTo>
                    <a:cubicBezTo>
                      <a:pt x="318988" y="11148"/>
                      <a:pt x="322346" y="9502"/>
                      <a:pt x="322346" y="6144"/>
                    </a:cubicBezTo>
                    <a:cubicBezTo>
                      <a:pt x="322346" y="2078"/>
                      <a:pt x="318412" y="69"/>
                      <a:pt x="310477" y="69"/>
                    </a:cubicBezTo>
                    <a:cubicBezTo>
                      <a:pt x="294657" y="69"/>
                      <a:pt x="275495" y="366"/>
                      <a:pt x="252662" y="859"/>
                    </a:cubicBezTo>
                    <a:cubicBezTo>
                      <a:pt x="229846" y="1419"/>
                      <a:pt x="216759" y="1683"/>
                      <a:pt x="212989" y="1683"/>
                    </a:cubicBezTo>
                    <a:cubicBezTo>
                      <a:pt x="209170" y="1683"/>
                      <a:pt x="197581" y="1419"/>
                      <a:pt x="177761" y="859"/>
                    </a:cubicBezTo>
                    <a:cubicBezTo>
                      <a:pt x="158319" y="366"/>
                      <a:pt x="143717" y="69"/>
                      <a:pt x="134663" y="69"/>
                    </a:cubicBezTo>
                    <a:cubicBezTo>
                      <a:pt x="126432" y="69"/>
                      <a:pt x="122382" y="2078"/>
                      <a:pt x="122382" y="6144"/>
                    </a:cubicBezTo>
                    <a:cubicBezTo>
                      <a:pt x="122382" y="9107"/>
                      <a:pt x="126860" y="10868"/>
                      <a:pt x="135881" y="11807"/>
                    </a:cubicBezTo>
                    <a:cubicBezTo>
                      <a:pt x="142071" y="12630"/>
                      <a:pt x="148327" y="13173"/>
                      <a:pt x="154648" y="13568"/>
                    </a:cubicBezTo>
                    <a:cubicBezTo>
                      <a:pt x="164097" y="15873"/>
                      <a:pt x="170155" y="27215"/>
                      <a:pt x="172591" y="47858"/>
                    </a:cubicBezTo>
                    <a:cubicBezTo>
                      <a:pt x="174633" y="66098"/>
                      <a:pt x="175686" y="110101"/>
                      <a:pt x="175686" y="179900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  <p:sp>
            <p:nvSpPr>
              <p:cNvPr id="21" name="Dowolny kształt: kształt 20">
                <a:extLst>
                  <a:ext uri="{FF2B5EF4-FFF2-40B4-BE49-F238E27FC236}">
                    <a16:creationId xmlns:a16="http://schemas.microsoft.com/office/drawing/2014/main" id="{65425EA7-7AC9-49E8-A7DE-3D634F4A48A9}"/>
                  </a:ext>
                </a:extLst>
              </p:cNvPr>
              <p:cNvSpPr/>
              <p:nvPr/>
            </p:nvSpPr>
            <p:spPr>
              <a:xfrm flipV="1">
                <a:off x="2865843" y="3586641"/>
                <a:ext cx="705872" cy="482796"/>
              </a:xfrm>
              <a:custGeom>
                <a:avLst/>
                <a:gdLst>
                  <a:gd name="connsiteX0" fmla="*/ 488054 w 705872"/>
                  <a:gd name="connsiteY0" fmla="*/ 192971 h 482796"/>
                  <a:gd name="connsiteX1" fmla="*/ 373841 w 705872"/>
                  <a:gd name="connsiteY1" fmla="*/ 192971 h 482796"/>
                  <a:gd name="connsiteX2" fmla="*/ 371421 w 705872"/>
                  <a:gd name="connsiteY2" fmla="*/ 197317 h 482796"/>
                  <a:gd name="connsiteX3" fmla="*/ 428561 w 705872"/>
                  <a:gd name="connsiteY3" fmla="*/ 350133 h 482796"/>
                  <a:gd name="connsiteX4" fmla="*/ 432314 w 705872"/>
                  <a:gd name="connsiteY4" fmla="*/ 355681 h 482796"/>
                  <a:gd name="connsiteX5" fmla="*/ 435409 w 705872"/>
                  <a:gd name="connsiteY5" fmla="*/ 350133 h 482796"/>
                  <a:gd name="connsiteX6" fmla="*/ 491198 w 705872"/>
                  <a:gd name="connsiteY6" fmla="*/ 196659 h 482796"/>
                  <a:gd name="connsiteX7" fmla="*/ 488054 w 705872"/>
                  <a:gd name="connsiteY7" fmla="*/ 192971 h 482796"/>
                  <a:gd name="connsiteX8" fmla="*/ 697879 w 705872"/>
                  <a:gd name="connsiteY8" fmla="*/ 11116 h 482796"/>
                  <a:gd name="connsiteX9" fmla="*/ 671819 w 705872"/>
                  <a:gd name="connsiteY9" fmla="*/ 13552 h 482796"/>
                  <a:gd name="connsiteX10" fmla="*/ 617314 w 705872"/>
                  <a:gd name="connsiteY10" fmla="*/ 81343 h 482796"/>
                  <a:gd name="connsiteX11" fmla="*/ 463213 w 705872"/>
                  <a:gd name="connsiteY11" fmla="*/ 462997 h 482796"/>
                  <a:gd name="connsiteX12" fmla="*/ 447722 w 705872"/>
                  <a:gd name="connsiteY12" fmla="*/ 482866 h 482796"/>
                  <a:gd name="connsiteX13" fmla="*/ 430437 w 705872"/>
                  <a:gd name="connsiteY13" fmla="*/ 458025 h 482796"/>
                  <a:gd name="connsiteX14" fmla="*/ 274477 w 705872"/>
                  <a:gd name="connsiteY14" fmla="*/ 68222 h 482796"/>
                  <a:gd name="connsiteX15" fmla="*/ 253949 w 705872"/>
                  <a:gd name="connsiteY15" fmla="*/ 29751 h 482796"/>
                  <a:gd name="connsiteX16" fmla="*/ 221831 w 705872"/>
                  <a:gd name="connsiteY16" fmla="*/ 12334 h 482796"/>
                  <a:gd name="connsiteX17" fmla="*/ 159045 w 705872"/>
                  <a:gd name="connsiteY17" fmla="*/ 13552 h 482796"/>
                  <a:gd name="connsiteX18" fmla="*/ 134188 w 705872"/>
                  <a:gd name="connsiteY18" fmla="*/ 44056 h 482796"/>
                  <a:gd name="connsiteX19" fmla="*/ 131751 w 705872"/>
                  <a:gd name="connsiteY19" fmla="*/ 179884 h 482796"/>
                  <a:gd name="connsiteX20" fmla="*/ 131751 w 705872"/>
                  <a:gd name="connsiteY20" fmla="*/ 289125 h 482796"/>
                  <a:gd name="connsiteX21" fmla="*/ 132986 w 705872"/>
                  <a:gd name="connsiteY21" fmla="*/ 420492 h 482796"/>
                  <a:gd name="connsiteX22" fmla="*/ 155951 w 705872"/>
                  <a:gd name="connsiteY22" fmla="*/ 455984 h 482796"/>
                  <a:gd name="connsiteX23" fmla="*/ 175540 w 705872"/>
                  <a:gd name="connsiteY23" fmla="*/ 457745 h 482796"/>
                  <a:gd name="connsiteX24" fmla="*/ 184528 w 705872"/>
                  <a:gd name="connsiteY24" fmla="*/ 463951 h 482796"/>
                  <a:gd name="connsiteX25" fmla="*/ 171491 w 705872"/>
                  <a:gd name="connsiteY25" fmla="*/ 468956 h 482796"/>
                  <a:gd name="connsiteX26" fmla="*/ 130550 w 705872"/>
                  <a:gd name="connsiteY26" fmla="*/ 468149 h 482796"/>
                  <a:gd name="connsiteX27" fmla="*/ 95881 w 705872"/>
                  <a:gd name="connsiteY27" fmla="*/ 467343 h 482796"/>
                  <a:gd name="connsiteX28" fmla="*/ 57640 w 705872"/>
                  <a:gd name="connsiteY28" fmla="*/ 468149 h 482796"/>
                  <a:gd name="connsiteX29" fmla="*/ 15118 w 705872"/>
                  <a:gd name="connsiteY29" fmla="*/ 468956 h 482796"/>
                  <a:gd name="connsiteX30" fmla="*/ 122 w 705872"/>
                  <a:gd name="connsiteY30" fmla="*/ 463951 h 482796"/>
                  <a:gd name="connsiteX31" fmla="*/ 11052 w 705872"/>
                  <a:gd name="connsiteY31" fmla="*/ 457745 h 482796"/>
                  <a:gd name="connsiteX32" fmla="*/ 32387 w 705872"/>
                  <a:gd name="connsiteY32" fmla="*/ 455194 h 482796"/>
                  <a:gd name="connsiteX33" fmla="*/ 53475 w 705872"/>
                  <a:gd name="connsiteY33" fmla="*/ 420492 h 482796"/>
                  <a:gd name="connsiteX34" fmla="*/ 54841 w 705872"/>
                  <a:gd name="connsiteY34" fmla="*/ 289125 h 482796"/>
                  <a:gd name="connsiteX35" fmla="*/ 54841 w 705872"/>
                  <a:gd name="connsiteY35" fmla="*/ 179884 h 482796"/>
                  <a:gd name="connsiteX36" fmla="*/ 51845 w 705872"/>
                  <a:gd name="connsiteY36" fmla="*/ 44353 h 482796"/>
                  <a:gd name="connsiteX37" fmla="*/ 33622 w 705872"/>
                  <a:gd name="connsiteY37" fmla="*/ 13552 h 482796"/>
                  <a:gd name="connsiteX38" fmla="*/ 15118 w 705872"/>
                  <a:gd name="connsiteY38" fmla="*/ 11791 h 482796"/>
                  <a:gd name="connsiteX39" fmla="*/ 1340 w 705872"/>
                  <a:gd name="connsiteY39" fmla="*/ 6243 h 482796"/>
                  <a:gd name="connsiteX40" fmla="*/ 13768 w 705872"/>
                  <a:gd name="connsiteY40" fmla="*/ 70 h 482796"/>
                  <a:gd name="connsiteX41" fmla="*/ 56981 w 705872"/>
                  <a:gd name="connsiteY41" fmla="*/ 860 h 482796"/>
                  <a:gd name="connsiteX42" fmla="*/ 92062 w 705872"/>
                  <a:gd name="connsiteY42" fmla="*/ 1667 h 482796"/>
                  <a:gd name="connsiteX43" fmla="*/ 131373 w 705872"/>
                  <a:gd name="connsiteY43" fmla="*/ 860 h 482796"/>
                  <a:gd name="connsiteX44" fmla="*/ 188858 w 705872"/>
                  <a:gd name="connsiteY44" fmla="*/ 70 h 482796"/>
                  <a:gd name="connsiteX45" fmla="*/ 206834 w 705872"/>
                  <a:gd name="connsiteY45" fmla="*/ 70 h 482796"/>
                  <a:gd name="connsiteX46" fmla="*/ 280173 w 705872"/>
                  <a:gd name="connsiteY46" fmla="*/ 1667 h 482796"/>
                  <a:gd name="connsiteX47" fmla="*/ 312718 w 705872"/>
                  <a:gd name="connsiteY47" fmla="*/ 860 h 482796"/>
                  <a:gd name="connsiteX48" fmla="*/ 345922 w 705872"/>
                  <a:gd name="connsiteY48" fmla="*/ 70 h 482796"/>
                  <a:gd name="connsiteX49" fmla="*/ 356556 w 705872"/>
                  <a:gd name="connsiteY49" fmla="*/ 6111 h 482796"/>
                  <a:gd name="connsiteX50" fmla="*/ 347255 w 705872"/>
                  <a:gd name="connsiteY50" fmla="*/ 10852 h 482796"/>
                  <a:gd name="connsiteX51" fmla="*/ 337822 w 705872"/>
                  <a:gd name="connsiteY51" fmla="*/ 10852 h 482796"/>
                  <a:gd name="connsiteX52" fmla="*/ 313080 w 705872"/>
                  <a:gd name="connsiteY52" fmla="*/ 30310 h 482796"/>
                  <a:gd name="connsiteX53" fmla="*/ 322299 w 705872"/>
                  <a:gd name="connsiteY53" fmla="*/ 68107 h 482796"/>
                  <a:gd name="connsiteX54" fmla="*/ 355914 w 705872"/>
                  <a:gd name="connsiteY54" fmla="*/ 156952 h 482796"/>
                  <a:gd name="connsiteX55" fmla="*/ 361462 w 705872"/>
                  <a:gd name="connsiteY55" fmla="*/ 161792 h 482796"/>
                  <a:gd name="connsiteX56" fmla="*/ 499857 w 705872"/>
                  <a:gd name="connsiteY56" fmla="*/ 161792 h 482796"/>
                  <a:gd name="connsiteX57" fmla="*/ 506047 w 705872"/>
                  <a:gd name="connsiteY57" fmla="*/ 157496 h 482796"/>
                  <a:gd name="connsiteX58" fmla="*/ 555878 w 705872"/>
                  <a:gd name="connsiteY58" fmla="*/ 26096 h 482796"/>
                  <a:gd name="connsiteX59" fmla="*/ 550330 w 705872"/>
                  <a:gd name="connsiteY59" fmla="*/ 11791 h 482796"/>
                  <a:gd name="connsiteX60" fmla="*/ 541407 w 705872"/>
                  <a:gd name="connsiteY60" fmla="*/ 6243 h 482796"/>
                  <a:gd name="connsiteX61" fmla="*/ 560191 w 705872"/>
                  <a:gd name="connsiteY61" fmla="*/ 1255 h 482796"/>
                  <a:gd name="connsiteX62" fmla="*/ 677515 w 705872"/>
                  <a:gd name="connsiteY62" fmla="*/ 70 h 482796"/>
                  <a:gd name="connsiteX63" fmla="*/ 699755 w 705872"/>
                  <a:gd name="connsiteY63" fmla="*/ 1255 h 482796"/>
                  <a:gd name="connsiteX64" fmla="*/ 705994 w 705872"/>
                  <a:gd name="connsiteY64" fmla="*/ 6243 h 482796"/>
                  <a:gd name="connsiteX65" fmla="*/ 697879 w 705872"/>
                  <a:gd name="connsiteY65" fmla="*/ 11116 h 4827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</a:cxnLst>
                <a:rect l="l" t="t" r="r" b="b"/>
                <a:pathLst>
                  <a:path w="705872" h="482796">
                    <a:moveTo>
                      <a:pt x="488054" y="192971"/>
                    </a:moveTo>
                    <a:lnTo>
                      <a:pt x="373841" y="192971"/>
                    </a:lnTo>
                    <a:cubicBezTo>
                      <a:pt x="371421" y="192971"/>
                      <a:pt x="370450" y="194337"/>
                      <a:pt x="371421" y="197317"/>
                    </a:cubicBezTo>
                    <a:lnTo>
                      <a:pt x="428561" y="350133"/>
                    </a:lnTo>
                    <a:cubicBezTo>
                      <a:pt x="429351" y="353788"/>
                      <a:pt x="430569" y="355681"/>
                      <a:pt x="432314" y="355681"/>
                    </a:cubicBezTo>
                    <a:cubicBezTo>
                      <a:pt x="433516" y="355681"/>
                      <a:pt x="434619" y="353788"/>
                      <a:pt x="435409" y="350133"/>
                    </a:cubicBezTo>
                    <a:lnTo>
                      <a:pt x="491198" y="196659"/>
                    </a:lnTo>
                    <a:cubicBezTo>
                      <a:pt x="491989" y="194189"/>
                      <a:pt x="490919" y="192971"/>
                      <a:pt x="488054" y="192971"/>
                    </a:cubicBezTo>
                    <a:moveTo>
                      <a:pt x="697879" y="11116"/>
                    </a:moveTo>
                    <a:cubicBezTo>
                      <a:pt x="688018" y="11116"/>
                      <a:pt x="679375" y="11939"/>
                      <a:pt x="671819" y="13552"/>
                    </a:cubicBezTo>
                    <a:cubicBezTo>
                      <a:pt x="652937" y="17865"/>
                      <a:pt x="634566" y="40286"/>
                      <a:pt x="617314" y="81343"/>
                    </a:cubicBezTo>
                    <a:cubicBezTo>
                      <a:pt x="552733" y="239838"/>
                      <a:pt x="501323" y="367007"/>
                      <a:pt x="463213" y="462997"/>
                    </a:cubicBezTo>
                    <a:cubicBezTo>
                      <a:pt x="457435" y="476248"/>
                      <a:pt x="452315" y="482866"/>
                      <a:pt x="447722" y="482866"/>
                    </a:cubicBezTo>
                    <a:cubicBezTo>
                      <a:pt x="442833" y="482866"/>
                      <a:pt x="437055" y="474619"/>
                      <a:pt x="430437" y="458025"/>
                    </a:cubicBezTo>
                    <a:lnTo>
                      <a:pt x="274477" y="68222"/>
                    </a:lnTo>
                    <a:cubicBezTo>
                      <a:pt x="267480" y="50411"/>
                      <a:pt x="260599" y="37718"/>
                      <a:pt x="253949" y="29751"/>
                    </a:cubicBezTo>
                    <a:cubicBezTo>
                      <a:pt x="245734" y="20022"/>
                      <a:pt x="235083" y="14112"/>
                      <a:pt x="221831" y="12334"/>
                    </a:cubicBezTo>
                    <a:cubicBezTo>
                      <a:pt x="215345" y="11527"/>
                      <a:pt x="171079" y="11939"/>
                      <a:pt x="159045" y="13552"/>
                    </a:cubicBezTo>
                    <a:cubicBezTo>
                      <a:pt x="144197" y="15840"/>
                      <a:pt x="135818" y="25833"/>
                      <a:pt x="134188" y="44056"/>
                    </a:cubicBezTo>
                    <a:cubicBezTo>
                      <a:pt x="132591" y="60666"/>
                      <a:pt x="131751" y="105920"/>
                      <a:pt x="131751" y="179884"/>
                    </a:cubicBezTo>
                    <a:lnTo>
                      <a:pt x="131751" y="289125"/>
                    </a:lnTo>
                    <a:cubicBezTo>
                      <a:pt x="131751" y="363105"/>
                      <a:pt x="132196" y="406977"/>
                      <a:pt x="132986" y="420492"/>
                    </a:cubicBezTo>
                    <a:cubicBezTo>
                      <a:pt x="134188" y="441678"/>
                      <a:pt x="142040" y="453432"/>
                      <a:pt x="155951" y="455984"/>
                    </a:cubicBezTo>
                    <a:cubicBezTo>
                      <a:pt x="162947" y="457218"/>
                      <a:pt x="169565" y="457745"/>
                      <a:pt x="175540" y="457745"/>
                    </a:cubicBezTo>
                    <a:cubicBezTo>
                      <a:pt x="181582" y="457745"/>
                      <a:pt x="184528" y="459770"/>
                      <a:pt x="184528" y="463951"/>
                    </a:cubicBezTo>
                    <a:cubicBezTo>
                      <a:pt x="184528" y="467343"/>
                      <a:pt x="180117" y="468956"/>
                      <a:pt x="171491" y="468956"/>
                    </a:cubicBezTo>
                    <a:cubicBezTo>
                      <a:pt x="162848" y="468956"/>
                      <a:pt x="149185" y="468692"/>
                      <a:pt x="130550" y="468149"/>
                    </a:cubicBezTo>
                    <a:cubicBezTo>
                      <a:pt x="111915" y="467622"/>
                      <a:pt x="100441" y="467343"/>
                      <a:pt x="95881" y="467343"/>
                    </a:cubicBezTo>
                    <a:cubicBezTo>
                      <a:pt x="90333" y="467343"/>
                      <a:pt x="77624" y="467622"/>
                      <a:pt x="57640" y="468149"/>
                    </a:cubicBezTo>
                    <a:cubicBezTo>
                      <a:pt x="37540" y="468692"/>
                      <a:pt x="23366" y="468956"/>
                      <a:pt x="15118" y="468956"/>
                    </a:cubicBezTo>
                    <a:cubicBezTo>
                      <a:pt x="5142" y="468956"/>
                      <a:pt x="122" y="467343"/>
                      <a:pt x="122" y="463951"/>
                    </a:cubicBezTo>
                    <a:cubicBezTo>
                      <a:pt x="122" y="459770"/>
                      <a:pt x="3793" y="457745"/>
                      <a:pt x="11052" y="457745"/>
                    </a:cubicBezTo>
                    <a:cubicBezTo>
                      <a:pt x="18197" y="457745"/>
                      <a:pt x="25522" y="456955"/>
                      <a:pt x="32387" y="455194"/>
                    </a:cubicBezTo>
                    <a:cubicBezTo>
                      <a:pt x="45227" y="451951"/>
                      <a:pt x="52388" y="440460"/>
                      <a:pt x="53475" y="420492"/>
                    </a:cubicBezTo>
                    <a:cubicBezTo>
                      <a:pt x="54265" y="406977"/>
                      <a:pt x="54841" y="363105"/>
                      <a:pt x="54841" y="289125"/>
                    </a:cubicBezTo>
                    <a:lnTo>
                      <a:pt x="54841" y="179884"/>
                    </a:lnTo>
                    <a:cubicBezTo>
                      <a:pt x="54841" y="107929"/>
                      <a:pt x="53722" y="62823"/>
                      <a:pt x="51845" y="44353"/>
                    </a:cubicBezTo>
                    <a:cubicBezTo>
                      <a:pt x="49540" y="25981"/>
                      <a:pt x="43614" y="15840"/>
                      <a:pt x="33622" y="13552"/>
                    </a:cubicBezTo>
                    <a:cubicBezTo>
                      <a:pt x="27547" y="13141"/>
                      <a:pt x="21308" y="12597"/>
                      <a:pt x="15118" y="11791"/>
                    </a:cubicBezTo>
                    <a:cubicBezTo>
                      <a:pt x="5949" y="10852"/>
                      <a:pt x="1340" y="9091"/>
                      <a:pt x="1340" y="6243"/>
                    </a:cubicBezTo>
                    <a:cubicBezTo>
                      <a:pt x="1340" y="2062"/>
                      <a:pt x="5505" y="70"/>
                      <a:pt x="13768" y="70"/>
                    </a:cubicBezTo>
                    <a:cubicBezTo>
                      <a:pt x="22954" y="70"/>
                      <a:pt x="37260" y="317"/>
                      <a:pt x="56981" y="860"/>
                    </a:cubicBezTo>
                    <a:cubicBezTo>
                      <a:pt x="76670" y="1387"/>
                      <a:pt x="88292" y="1667"/>
                      <a:pt x="92062" y="1667"/>
                    </a:cubicBezTo>
                    <a:cubicBezTo>
                      <a:pt x="95881" y="1667"/>
                      <a:pt x="108935" y="1387"/>
                      <a:pt x="131373" y="860"/>
                    </a:cubicBezTo>
                    <a:cubicBezTo>
                      <a:pt x="154057" y="317"/>
                      <a:pt x="173087" y="70"/>
                      <a:pt x="188858" y="70"/>
                    </a:cubicBezTo>
                    <a:lnTo>
                      <a:pt x="206834" y="70"/>
                    </a:lnTo>
                    <a:cubicBezTo>
                      <a:pt x="219806" y="70"/>
                      <a:pt x="244104" y="564"/>
                      <a:pt x="280173" y="1667"/>
                    </a:cubicBezTo>
                    <a:cubicBezTo>
                      <a:pt x="286214" y="1667"/>
                      <a:pt x="297161" y="1387"/>
                      <a:pt x="312718" y="860"/>
                    </a:cubicBezTo>
                    <a:cubicBezTo>
                      <a:pt x="328209" y="317"/>
                      <a:pt x="339156" y="70"/>
                      <a:pt x="345922" y="70"/>
                    </a:cubicBezTo>
                    <a:cubicBezTo>
                      <a:pt x="352951" y="70"/>
                      <a:pt x="356556" y="1947"/>
                      <a:pt x="356556" y="6111"/>
                    </a:cubicBezTo>
                    <a:cubicBezTo>
                      <a:pt x="356556" y="9371"/>
                      <a:pt x="353461" y="10852"/>
                      <a:pt x="347255" y="10852"/>
                    </a:cubicBezTo>
                    <a:lnTo>
                      <a:pt x="337822" y="10852"/>
                    </a:lnTo>
                    <a:cubicBezTo>
                      <a:pt x="321344" y="10852"/>
                      <a:pt x="313080" y="17454"/>
                      <a:pt x="313080" y="30310"/>
                    </a:cubicBezTo>
                    <a:cubicBezTo>
                      <a:pt x="313080" y="38953"/>
                      <a:pt x="316076" y="51481"/>
                      <a:pt x="322299" y="68107"/>
                    </a:cubicBezTo>
                    <a:lnTo>
                      <a:pt x="355914" y="156952"/>
                    </a:lnTo>
                    <a:cubicBezTo>
                      <a:pt x="357132" y="160179"/>
                      <a:pt x="359009" y="161792"/>
                      <a:pt x="361462" y="161792"/>
                    </a:cubicBezTo>
                    <a:lnTo>
                      <a:pt x="499857" y="161792"/>
                    </a:lnTo>
                    <a:cubicBezTo>
                      <a:pt x="502804" y="161792"/>
                      <a:pt x="504829" y="160327"/>
                      <a:pt x="506047" y="157496"/>
                    </a:cubicBezTo>
                    <a:lnTo>
                      <a:pt x="555878" y="26096"/>
                    </a:lnTo>
                    <a:cubicBezTo>
                      <a:pt x="558693" y="18672"/>
                      <a:pt x="556816" y="13816"/>
                      <a:pt x="550330" y="11791"/>
                    </a:cubicBezTo>
                    <a:cubicBezTo>
                      <a:pt x="544371" y="11248"/>
                      <a:pt x="541407" y="9486"/>
                      <a:pt x="541407" y="6243"/>
                    </a:cubicBezTo>
                    <a:cubicBezTo>
                      <a:pt x="541407" y="3296"/>
                      <a:pt x="547614" y="1667"/>
                      <a:pt x="560191" y="1255"/>
                    </a:cubicBezTo>
                    <a:cubicBezTo>
                      <a:pt x="587057" y="465"/>
                      <a:pt x="626088" y="70"/>
                      <a:pt x="677515" y="70"/>
                    </a:cubicBezTo>
                    <a:cubicBezTo>
                      <a:pt x="688298" y="70"/>
                      <a:pt x="695738" y="465"/>
                      <a:pt x="699755" y="1255"/>
                    </a:cubicBezTo>
                    <a:cubicBezTo>
                      <a:pt x="703937" y="2062"/>
                      <a:pt x="705994" y="3708"/>
                      <a:pt x="705994" y="6243"/>
                    </a:cubicBezTo>
                    <a:cubicBezTo>
                      <a:pt x="705994" y="9486"/>
                      <a:pt x="703278" y="11116"/>
                      <a:pt x="697879" y="11116"/>
                    </a:cubicBezTo>
                  </a:path>
                </a:pathLst>
              </a:custGeom>
              <a:solidFill>
                <a:schemeClr val="tx1"/>
              </a:solidFill>
              <a:ln w="3069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pl-PL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88677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tekstu 13">
            <a:extLst>
              <a:ext uri="{FF2B5EF4-FFF2-40B4-BE49-F238E27FC236}">
                <a16:creationId xmlns:a16="http://schemas.microsoft.com/office/drawing/2014/main" id="{7D4840C0-D60E-4020-A944-56AC8B278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43350" y="1050925"/>
            <a:ext cx="7769225" cy="5256213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151" y="1484314"/>
            <a:ext cx="7121524" cy="4392612"/>
          </a:xfr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Font typeface="+mj-lt"/>
              <a:buNone/>
              <a:tabLst>
                <a:tab pos="628650" algn="l"/>
              </a:tabLst>
              <a:defRPr lang="pl-PL" sz="1600" b="1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1B9AC-AEFD-4C22-B421-72587EF527B9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6" name="Symbol zastępczy tekstu 15">
            <a:extLst>
              <a:ext uri="{FF2B5EF4-FFF2-40B4-BE49-F238E27FC236}">
                <a16:creationId xmlns:a16="http://schemas.microsoft.com/office/drawing/2014/main" id="{18071070-82AF-42A3-80F4-2582D23934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052513"/>
            <a:ext cx="3463925" cy="5254625"/>
          </a:xfrm>
        </p:spPr>
        <p:txBody>
          <a:bodyPr anchor="ctr"/>
          <a:lstStyle>
            <a:lvl1pPr marL="0" indent="0">
              <a:buNone/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pl-PL" dirty="0"/>
              <a:t>Agenda / Spis treści</a:t>
            </a:r>
          </a:p>
        </p:txBody>
      </p:sp>
    </p:spTree>
    <p:extLst>
      <p:ext uri="{BB962C8B-B14F-4D97-AF65-F5344CB8AC3E}">
        <p14:creationId xmlns:p14="http://schemas.microsoft.com/office/powerpoint/2010/main" val="2313762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tekstu 13">
            <a:extLst>
              <a:ext uri="{FF2B5EF4-FFF2-40B4-BE49-F238E27FC236}">
                <a16:creationId xmlns:a16="http://schemas.microsoft.com/office/drawing/2014/main" id="{7D4840C0-D60E-4020-A944-56AC8B2789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943350" y="1050925"/>
            <a:ext cx="7769225" cy="5256213"/>
          </a:xfr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5151" y="1484314"/>
            <a:ext cx="7336696" cy="4392612"/>
          </a:xfr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1800"/>
              </a:spcAft>
              <a:buFont typeface="+mj-lt"/>
              <a:buNone/>
              <a:tabLst>
                <a:tab pos="628650" algn="l"/>
              </a:tabLst>
              <a:defRPr lang="pl-PL" sz="4000" b="1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83A0AB-37B4-44B1-BB68-48787C013BD8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6" name="Symbol zastępczy tekstu 15">
            <a:extLst>
              <a:ext uri="{FF2B5EF4-FFF2-40B4-BE49-F238E27FC236}">
                <a16:creationId xmlns:a16="http://schemas.microsoft.com/office/drawing/2014/main" id="{18071070-82AF-42A3-80F4-2582D239340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9425" y="1052513"/>
            <a:ext cx="3463925" cy="5254625"/>
          </a:xfrm>
        </p:spPr>
        <p:txBody>
          <a:bodyPr anchor="ctr"/>
          <a:lstStyle>
            <a:lvl1pPr marL="0" indent="0">
              <a:buNone/>
              <a:defRPr sz="199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pl-PL" dirty="0"/>
              <a:t>Nr</a:t>
            </a:r>
          </a:p>
        </p:txBody>
      </p:sp>
    </p:spTree>
    <p:extLst>
      <p:ext uri="{BB962C8B-B14F-4D97-AF65-F5344CB8AC3E}">
        <p14:creationId xmlns:p14="http://schemas.microsoft.com/office/powerpoint/2010/main" val="194283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D1400-A275-4B62-AC2B-D4E92C9A768B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9578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433513"/>
            <a:ext cx="10369550" cy="4443412"/>
          </a:xfrm>
        </p:spPr>
        <p:txBody>
          <a:bodyPr tIns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3F531F-148C-4ADC-8819-D6E9DB139801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70928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3A0340-250B-47FF-B486-9FB7CE5C5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C18A26-4FE2-424E-8B62-970464955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EE94964-0AB3-4539-B756-6B7886B67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1900" y="1268413"/>
            <a:ext cx="5399946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F7C9C99-CAF3-4889-8FDD-175E5D2FD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1F39B4-118B-4EBD-9079-1CED675AC574}" type="datetime1">
              <a:rPr lang="pl-PL" smtClean="0"/>
              <a:t>2025-04-16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BEF8A3E-4B89-4A60-8F7A-EC3B1593E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679EB82-E0CF-4690-8732-605BF2AD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61028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stokąt 7">
            <a:extLst>
              <a:ext uri="{FF2B5EF4-FFF2-40B4-BE49-F238E27FC236}">
                <a16:creationId xmlns:a16="http://schemas.microsoft.com/office/drawing/2014/main" id="{6230923C-9B9F-4CE0-90F0-1462BF7E0B8C}"/>
              </a:ext>
            </a:extLst>
          </p:cNvPr>
          <p:cNvSpPr/>
          <p:nvPr userDrawn="1"/>
        </p:nvSpPr>
        <p:spPr>
          <a:xfrm>
            <a:off x="6311900" y="1052513"/>
            <a:ext cx="5399946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43A0340-250B-47FF-B486-9FB7CE5C5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DC18A26-4FE2-424E-8B62-9704649550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9425" y="1391478"/>
            <a:ext cx="5400675" cy="491724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5EE94964-0AB3-4539-B756-6B7886B679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43700" y="1391478"/>
            <a:ext cx="4537075" cy="448544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5F7C9C99-CAF3-4889-8FDD-175E5D2FD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EE5DD-21C8-4648-A7DC-FCA675CBC07F}" type="datetime1">
              <a:rPr lang="pl-PL" smtClean="0"/>
              <a:t>2025-04-16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DBEF8A3E-4B89-4A60-8F7A-EC3B1593E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679EB82-E0CF-4690-8732-605BF2AD9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78240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24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395616"/>
            <a:ext cx="4968875" cy="4481309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AD2B-EB14-49C5-9D8D-62708E47CBA9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7815D5A2-3C86-4EF3-A438-0C8259E9DC2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11900" y="1395616"/>
            <a:ext cx="4968875" cy="448172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6328383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rostokąt 14">
            <a:extLst>
              <a:ext uri="{FF2B5EF4-FFF2-40B4-BE49-F238E27FC236}">
                <a16:creationId xmlns:a16="http://schemas.microsoft.com/office/drawing/2014/main" id="{DA5AF004-4E0A-4392-BFB4-6A18EDC55082}"/>
              </a:ext>
            </a:extLst>
          </p:cNvPr>
          <p:cNvSpPr/>
          <p:nvPr userDrawn="1"/>
        </p:nvSpPr>
        <p:spPr>
          <a:xfrm>
            <a:off x="4265417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51888F0C-94D9-4205-931A-D99089CC9CFB}"/>
              </a:ext>
            </a:extLst>
          </p:cNvPr>
          <p:cNvSpPr/>
          <p:nvPr userDrawn="1"/>
        </p:nvSpPr>
        <p:spPr>
          <a:xfrm>
            <a:off x="8112984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5" y="1057399"/>
            <a:ext cx="3599644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503975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D44199-EDE0-48F2-914F-BD38AAD81F7D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0212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28984" y="1181949"/>
            <a:ext cx="3168000" cy="491087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Symbol zastępczy zawartości 7">
            <a:extLst>
              <a:ext uri="{FF2B5EF4-FFF2-40B4-BE49-F238E27FC236}">
                <a16:creationId xmlns:a16="http://schemas.microsoft.com/office/drawing/2014/main" id="{020391EB-1EFC-4155-805F-436BAB40309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81417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515755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algn="ctr">
              <a:buNone/>
              <a:defRPr sz="2800"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5400287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D9BE99-7E8A-4F7D-89ED-C81F9531EFF0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12" name="Symbol zastępczy obrazu 6">
            <a:extLst>
              <a:ext uri="{FF2B5EF4-FFF2-40B4-BE49-F238E27FC236}">
                <a16:creationId xmlns:a16="http://schemas.microsoft.com/office/drawing/2014/main" id="{EB3C15A2-BF54-4D5C-8A58-E2D92F5423E7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473440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161" y="152084"/>
            <a:ext cx="4182894" cy="899116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243ADD-F448-4437-AC30-810D3D7AB8E9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772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32156857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ostokąt 6">
            <a:extLst>
              <a:ext uri="{FF2B5EF4-FFF2-40B4-BE49-F238E27FC236}">
                <a16:creationId xmlns:a16="http://schemas.microsoft.com/office/drawing/2014/main" id="{D59FF0DA-B4A8-4D76-B701-96AECA4AAE0D}"/>
              </a:ext>
            </a:extLst>
          </p:cNvPr>
          <p:cNvSpPr/>
          <p:nvPr userDrawn="1"/>
        </p:nvSpPr>
        <p:spPr>
          <a:xfrm>
            <a:off x="479424" y="1268413"/>
            <a:ext cx="11232423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06EFAFE5-AC16-441E-99E7-1CFCFD3AB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968BA9B-7371-4FF9-A819-3C069F32E6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1225" y="1611317"/>
            <a:ext cx="4968875" cy="4265607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1F38C9E-9E88-4FA3-AAE9-9618CFEA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8F7717-E7D1-40C3-9EB4-628DDBA775B9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3ECF19C-2F0F-48D4-8B28-E206E407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412E2E6-E398-45F0-87D5-473C40048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obrazu 8">
            <a:extLst>
              <a:ext uri="{FF2B5EF4-FFF2-40B4-BE49-F238E27FC236}">
                <a16:creationId xmlns:a16="http://schemas.microsoft.com/office/drawing/2014/main" id="{FA33937B-0398-4BA5-9337-9BFA5FA1DD9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43307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9425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2"/>
            <a:ext cx="9503974" cy="89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4C283C-FD6E-4FF4-AF22-ADD348A2E08E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902" y="1606164"/>
            <a:ext cx="4967522" cy="42707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7199083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EEF4C4-471F-4E41-A432-3728C12DA77B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052139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813DC923-4F65-4656-BC2A-A5FA61488D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12192000" cy="5140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2"/>
            <a:ext cx="9647045" cy="89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3432E-A6C5-422D-A973-809AEE0FC94F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08FE892E-4E8D-400D-BC36-8E75C6BFAB3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5170034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647045" cy="89911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96141F2-57C0-4D8D-A324-3245D2E0FE3A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>
                <a:solidFill>
                  <a:schemeClr val="bg1"/>
                </a:solidFill>
              </a:rPr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12" name="Symbol zastępczy obrazu 9">
            <a:extLst>
              <a:ext uri="{FF2B5EF4-FFF2-40B4-BE49-F238E27FC236}">
                <a16:creationId xmlns:a16="http://schemas.microsoft.com/office/drawing/2014/main" id="{D2ED00A8-0BB2-4269-96A5-17D7C990F1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495054" y="0"/>
            <a:ext cx="1486800" cy="1058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58108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2084"/>
            <a:ext cx="9647045" cy="8991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E094F14-84CE-4A08-8E84-B88FD9F37602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8" name="Symbol zastępczy obrazu 6">
            <a:extLst>
              <a:ext uri="{FF2B5EF4-FFF2-40B4-BE49-F238E27FC236}">
                <a16:creationId xmlns:a16="http://schemas.microsoft.com/office/drawing/2014/main" id="{F8FDCC16-E73D-4EAC-A5E0-853C869F265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34124213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1200"/>
            <a:ext cx="9647045" cy="90131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0D7DF6-D4B9-41C7-B362-136F1C9E4D3F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29CAF294-FCC7-44A4-94A8-2D9CD5AFBAA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1052513"/>
            <a:ext cx="11233150" cy="525621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4400" b="1"/>
            </a:lvl1pPr>
          </a:lstStyle>
          <a:p>
            <a:pPr lvl="0"/>
            <a:r>
              <a:rPr lang="pl-PL" dirty="0"/>
              <a:t>Slajd z dużym tekstem</a:t>
            </a:r>
          </a:p>
        </p:txBody>
      </p:sp>
    </p:spTree>
    <p:extLst>
      <p:ext uri="{BB962C8B-B14F-4D97-AF65-F5344CB8AC3E}">
        <p14:creationId xmlns:p14="http://schemas.microsoft.com/office/powerpoint/2010/main" val="35520395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6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B6C5D-D60F-416B-B356-AFA60F56FC38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7BDD2B70-50A4-4650-9486-F857935BA04E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042638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4C012A4-3F50-4CF4-88E3-A1A1E595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01360-180A-40C4-B179-2C8B50000CDE}" type="datetime1">
              <a:rPr lang="pl-PL" smtClean="0"/>
              <a:t>2025-04-16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289213F-A0C2-4023-BE05-2B5E5A445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782FCBD-8A5E-4212-9E94-653BED2C4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03765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7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B2C4C7-807E-472C-A099-8EA9320A4E9B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268413"/>
            <a:ext cx="11233150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6011176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7B7E9F-2247-4B8E-B277-DC3C8E81A487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3976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225" y="1390003"/>
            <a:ext cx="10369550" cy="4486921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2696177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B05B2-23A9-4632-8C6C-FE49801E59FF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C61B6488-8EB1-4B94-B9F6-CB34C16BDB9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1900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33798336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67B80-FD8A-44A4-B2CB-BC7CA4C4574F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11225" y="1392963"/>
            <a:ext cx="4968875" cy="44839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11900" y="1392963"/>
            <a:ext cx="4967288" cy="44860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27629743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rostokąt 14">
            <a:extLst>
              <a:ext uri="{FF2B5EF4-FFF2-40B4-BE49-F238E27FC236}">
                <a16:creationId xmlns:a16="http://schemas.microsoft.com/office/drawing/2014/main" id="{DA5AF004-4E0A-4392-BFB4-6A18EDC55082}"/>
              </a:ext>
            </a:extLst>
          </p:cNvPr>
          <p:cNvSpPr/>
          <p:nvPr userDrawn="1"/>
        </p:nvSpPr>
        <p:spPr>
          <a:xfrm>
            <a:off x="4265417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51888F0C-94D9-4205-931A-D99089CC9CFB}"/>
              </a:ext>
            </a:extLst>
          </p:cNvPr>
          <p:cNvSpPr/>
          <p:nvPr userDrawn="1"/>
        </p:nvSpPr>
        <p:spPr>
          <a:xfrm>
            <a:off x="8112984" y="1057399"/>
            <a:ext cx="3600000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79425" y="1057399"/>
            <a:ext cx="3599644" cy="5251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89197C-609D-4CAD-AFF7-C4D2F6AAE12F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0212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328984" y="1181949"/>
            <a:ext cx="3168000" cy="491087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1" name="Symbol zastępczy zawartości 7">
            <a:extLst>
              <a:ext uri="{FF2B5EF4-FFF2-40B4-BE49-F238E27FC236}">
                <a16:creationId xmlns:a16="http://schemas.microsoft.com/office/drawing/2014/main" id="{020391EB-1EFC-4155-805F-436BAB40309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81417" y="1181949"/>
            <a:ext cx="3168000" cy="4908604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8992896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anchor="ctr"/>
          <a:lstStyle>
            <a:lvl1pPr algn="ctr">
              <a:buNone/>
              <a:defRPr sz="2800"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5400287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EE7C2-3435-4339-B5E2-895A68B9B3BB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5400676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10" name="Symbol zastępczy obrazu 6">
            <a:extLst>
              <a:ext uri="{FF2B5EF4-FFF2-40B4-BE49-F238E27FC236}">
                <a16:creationId xmlns:a16="http://schemas.microsoft.com/office/drawing/2014/main" id="{7F4591C7-5D38-4724-9A03-AA623832B0F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73856975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880100" cy="6858000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161" y="332082"/>
            <a:ext cx="418289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DB12CB-9605-4AC2-B241-0E7A50306F16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11772" y="152083"/>
            <a:ext cx="4183282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772" y="1268413"/>
            <a:ext cx="5400675" cy="504031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14531120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11900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DC24C-FE17-4FDF-9774-CFD2CCDD5F93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504363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1225" y="1614115"/>
            <a:ext cx="4968875" cy="4262810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66358409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DCE3A50B-AA42-40B1-953A-181CB3D8FEF9}"/>
              </a:ext>
            </a:extLst>
          </p:cNvPr>
          <p:cNvSpPr/>
          <p:nvPr userDrawn="1"/>
        </p:nvSpPr>
        <p:spPr>
          <a:xfrm>
            <a:off x="479425" y="1268413"/>
            <a:ext cx="11232422" cy="50403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Symbol zastępczy obrazu 8">
            <a:extLst>
              <a:ext uri="{FF2B5EF4-FFF2-40B4-BE49-F238E27FC236}">
                <a16:creationId xmlns:a16="http://schemas.microsoft.com/office/drawing/2014/main" id="{E67F444E-64D6-4E4B-A20B-D15B96C90E8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79425" y="1268412"/>
            <a:ext cx="5400675" cy="5040313"/>
          </a:xfrm>
          <a:solidFill>
            <a:schemeClr val="bg1">
              <a:lumMod val="85000"/>
            </a:schemeClr>
          </a:solidFill>
        </p:spPr>
        <p:txBody>
          <a:bodyPr vert="horz" lIns="0" tIns="45720" rIns="0" bIns="45720" rtlCol="0" anchor="ctr">
            <a:noAutofit/>
          </a:bodyPr>
          <a:lstStyle>
            <a:lvl1pPr>
              <a:defRPr lang="pl-PL" sz="2800" dirty="0"/>
            </a:lvl1pPr>
          </a:lstStyle>
          <a:p>
            <a:pPr lvl="0" algn="ctr">
              <a:buNone/>
            </a:pPr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4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11E5E4-A46A-416A-A31B-AADFCC86E49A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504363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1" name="Symbol zastępczy zawartości 10">
            <a:extLst>
              <a:ext uri="{FF2B5EF4-FFF2-40B4-BE49-F238E27FC236}">
                <a16:creationId xmlns:a16="http://schemas.microsoft.com/office/drawing/2014/main" id="{D70D0A92-A1D9-4BE7-99EA-F9AC37ACF00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902" y="1606164"/>
            <a:ext cx="4967522" cy="427076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1822122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482600" y="1052513"/>
            <a:ext cx="5615847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149A3-6C2C-4711-9D0A-0F4499C07D4F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9824" y="6536350"/>
            <a:ext cx="432023" cy="185125"/>
          </a:xfrm>
        </p:spPr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27931" y="1392963"/>
            <a:ext cx="5183916" cy="44860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400" y="1484313"/>
            <a:ext cx="4751388" cy="43946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29756007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ostokąt 5">
            <a:extLst>
              <a:ext uri="{FF2B5EF4-FFF2-40B4-BE49-F238E27FC236}">
                <a16:creationId xmlns:a16="http://schemas.microsoft.com/office/drawing/2014/main" id="{CEC89D2D-BA06-43DC-8E62-B1487E3326D4}"/>
              </a:ext>
            </a:extLst>
          </p:cNvPr>
          <p:cNvSpPr/>
          <p:nvPr userDrawn="1"/>
        </p:nvSpPr>
        <p:spPr>
          <a:xfrm>
            <a:off x="6096000" y="1052513"/>
            <a:ext cx="5615847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44F8B-2C62-4184-BF26-02608B3750E1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9824" y="6536350"/>
            <a:ext cx="432023" cy="185125"/>
          </a:xfrm>
        </p:spPr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2F022833-A4DA-4AF2-8E5F-02B2516D44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27931" y="1392963"/>
            <a:ext cx="4752844" cy="44860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6435F071-F236-4D41-8C6B-D4994387B51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4" y="1392963"/>
            <a:ext cx="5186364" cy="44860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8906539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637F1F-E77E-4026-8FD1-46E3BD6CC1BC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</p:spTree>
    <p:extLst>
      <p:ext uri="{BB962C8B-B14F-4D97-AF65-F5344CB8AC3E}">
        <p14:creationId xmlns:p14="http://schemas.microsoft.com/office/powerpoint/2010/main" val="124936376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813DC923-4F65-4656-BC2A-A5FA61488D0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0"/>
            <a:ext cx="12192000" cy="5140325"/>
          </a:xfr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00">
                <a:noFill/>
              </a:defRPr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48A13-34DE-4C76-B021-DD9E9038C29D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/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5924F217-582B-48AB-B09D-C1AFBA89429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27301375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tx1"/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721D73-BEA7-4F54-9734-99EFB127A287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l-PL">
                <a:solidFill>
                  <a:schemeClr val="bg1"/>
                </a:solidFill>
              </a:rPr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cap="none" baseline="0">
                <a:solidFill>
                  <a:schemeClr val="bg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12" name="Symbol zastępczy obrazu 9">
            <a:extLst>
              <a:ext uri="{FF2B5EF4-FFF2-40B4-BE49-F238E27FC236}">
                <a16:creationId xmlns:a16="http://schemas.microsoft.com/office/drawing/2014/main" id="{D2ED00A8-0BB2-4269-96A5-17D7C990F1F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495054" y="0"/>
            <a:ext cx="1486800" cy="10584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1403212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ymbol zastępczy obrazu 13">
            <a:extLst>
              <a:ext uri="{FF2B5EF4-FFF2-40B4-BE49-F238E27FC236}">
                <a16:creationId xmlns:a16="http://schemas.microsoft.com/office/drawing/2014/main" id="{CFDAAF7C-42EC-4832-AB1A-F23DC2AAC2E7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0"/>
            <a:ext cx="12192000" cy="6858000"/>
          </a:xfrm>
          <a:solidFill>
            <a:schemeClr val="bg1">
              <a:lumMod val="85000"/>
            </a:schemeClr>
          </a:solidFill>
        </p:spPr>
        <p:txBody>
          <a:bodyPr/>
          <a:lstStyle>
            <a:lvl1pPr>
              <a:buNone/>
              <a:defRPr/>
            </a:lvl1pPr>
          </a:lstStyle>
          <a:p>
            <a:r>
              <a:rPr lang="pl-PL"/>
              <a:t>Kliknij ikonę, aby dodać obraz</a:t>
            </a:r>
            <a:endParaRPr lang="pl-PL" dirty="0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647045" cy="71911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ED12D1F-D95A-45AD-A3AB-B9BFBC0C0027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F25E01A1-3833-46A7-B1A1-BB28DF34627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647045" cy="180000"/>
          </a:xfrm>
        </p:spPr>
        <p:txBody>
          <a:bodyPr anchor="ctr"/>
          <a:lstStyle>
            <a:lvl1pPr marL="0" indent="0">
              <a:buNone/>
              <a:defRPr sz="1100" strike="noStrike" cap="none" baseline="0">
                <a:solidFill>
                  <a:schemeClr val="tx1"/>
                </a:solidFill>
              </a:defRPr>
            </a:lvl1pPr>
            <a:lvl2pPr>
              <a:buNone/>
              <a:defRPr/>
            </a:lvl2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obrazu 6">
            <a:extLst>
              <a:ext uri="{FF2B5EF4-FFF2-40B4-BE49-F238E27FC236}">
                <a16:creationId xmlns:a16="http://schemas.microsoft.com/office/drawing/2014/main" id="{0EBD2B5C-4C09-46DC-B7DA-0CA822A51D6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448834" y="6359"/>
            <a:ext cx="1580400" cy="10620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FontTx/>
              <a:buNone/>
              <a:defRPr sz="100">
                <a:noFill/>
              </a:defRPr>
            </a:lvl1pPr>
          </a:lstStyle>
          <a:p>
            <a:r>
              <a:rPr lang="pl-PL"/>
              <a:t>Kliknij ikonę, aby dodać obraz</a:t>
            </a:r>
          </a:p>
        </p:txBody>
      </p:sp>
    </p:spTree>
    <p:extLst>
      <p:ext uri="{BB962C8B-B14F-4D97-AF65-F5344CB8AC3E}">
        <p14:creationId xmlns:p14="http://schemas.microsoft.com/office/powerpoint/2010/main" val="119893051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1200"/>
            <a:ext cx="9647045" cy="72131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pl-PL" dirty="0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5C67-3BFA-46CB-8DA8-30AE53985D06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5DEF923F-CEEF-4318-B1C7-3D893E8563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1200"/>
            <a:ext cx="9647239" cy="180000"/>
          </a:xfrm>
        </p:spPr>
        <p:txBody>
          <a:bodyPr anchor="ctr"/>
          <a:lstStyle>
            <a:lvl1pPr>
              <a:buNone/>
              <a:defRPr sz="1100" cap="none" baseline="0"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29CAF294-FCC7-44A4-94A8-2D9CD5AFBAA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9425" y="1052513"/>
            <a:ext cx="11233150" cy="525621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4400" b="1"/>
            </a:lvl1pPr>
          </a:lstStyle>
          <a:p>
            <a:pPr lvl="0"/>
            <a:r>
              <a:rPr lang="pl-PL" dirty="0"/>
              <a:t>Slajd z dużym tekstem</a:t>
            </a:r>
          </a:p>
        </p:txBody>
      </p:sp>
    </p:spTree>
    <p:extLst>
      <p:ext uri="{BB962C8B-B14F-4D97-AF65-F5344CB8AC3E}">
        <p14:creationId xmlns:p14="http://schemas.microsoft.com/office/powerpoint/2010/main" val="285191938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B5C1247-7149-4225-B58E-38A3ED162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1200"/>
            <a:ext cx="9647045" cy="72131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3DFA6651-9454-4154-BFB1-6FB86E559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7A94BA-CAB4-46B1-96A8-CE7CCC088473}" type="datetime1">
              <a:rPr lang="pl-PL" smtClean="0"/>
              <a:t>2025-04-16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C3C611B7-F3E9-4E9F-92EF-A24745596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B2D137-4478-426B-AEBF-2638B5374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  <p:sp>
        <p:nvSpPr>
          <p:cNvPr id="7" name="Symbol zastępczy tekstu 6">
            <a:extLst>
              <a:ext uri="{FF2B5EF4-FFF2-40B4-BE49-F238E27FC236}">
                <a16:creationId xmlns:a16="http://schemas.microsoft.com/office/drawing/2014/main" id="{5DEF923F-CEEF-4318-B1C7-3D893E8563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1200"/>
            <a:ext cx="9647239" cy="180000"/>
          </a:xfrm>
        </p:spPr>
        <p:txBody>
          <a:bodyPr anchor="ctr"/>
          <a:lstStyle>
            <a:lvl1pPr>
              <a:buNone/>
              <a:defRPr sz="1100" cap="none" baseline="0"/>
            </a:lvl1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FBEB1C07-8002-4597-82F9-7133D9E1522F}"/>
              </a:ext>
            </a:extLst>
          </p:cNvPr>
          <p:cNvSpPr/>
          <p:nvPr userDrawn="1"/>
        </p:nvSpPr>
        <p:spPr>
          <a:xfrm>
            <a:off x="479424" y="1052513"/>
            <a:ext cx="11232423" cy="525621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037683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2A87B1D-27B2-44EF-A444-05A74773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C992B2E-24D2-4210-825D-7982F4608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84403F1-2FB0-4AC9-9418-34CF6D4B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B4B30-8051-41C4-B27A-5C1AC16EEAD9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57D3D36-6895-4206-B0D6-3EB51E119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C2F8959-1593-47DD-A5F7-8B84AECC2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692085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88DD5C2-5F02-40B9-BA2C-0B8007DCA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37D43A1-B082-41BF-A4B5-09325BEEAC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8783D7A-91BE-4780-8F5D-75C8AB21CC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783A6464-5057-4199-9CED-A573AA7E04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D8D53EF8-3849-46B2-9651-519F0D903E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15BDD1D-5AD8-4EA5-842F-23092AB5D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FB988-1CCB-459A-9239-41E2739C640B}" type="datetime1">
              <a:rPr lang="pl-PL" smtClean="0"/>
              <a:t>2025-04-16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303E038-697F-4E58-BDB5-8A470A184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0032CCE0-8E93-4B67-BDBC-36E5E7044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656178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E2BBD9-AE39-4A5A-A10B-45534E401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D8C391D-991A-4DE1-BFDA-0C1CCC8AE6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1BC152C0-C2EE-44DB-B185-26181F80B8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B21DD7F6-CFBD-4C97-AC27-759F0F3BA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F8709-ED59-43E7-A23F-982F84415277}" type="datetime1">
              <a:rPr lang="pl-PL" smtClean="0"/>
              <a:t>2025-04-16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BBB06C4B-2915-4C8B-9F9A-59A5B5B50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E766D121-B0BB-4235-A609-9B566C47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8696850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DABE403-C168-4789-9B0C-2B8B792F0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2D35AAF2-F75A-40F1-A7A4-1F38B12996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C065347-4005-4FAE-A46B-677098C814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5E0F964-5653-4B9F-A35A-494DF0C42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BBAC7-C86A-45DD-A357-A77C59FA00C6}" type="datetime1">
              <a:rPr lang="pl-PL" smtClean="0"/>
              <a:t>2025-04-16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E38AD79-71A9-4F26-931F-FDAB04EF2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4DF2A66-7A13-4480-B361-7217EF4E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415702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57FD31D-6429-4630-BE5B-2BC2BEC4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677894D-71D7-48C2-B685-8888799610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009CA48-AED8-410F-BCA6-DA055CF4A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4CAFB4-51B3-4C14-BCF8-F67720176F04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D52B7C7-BC85-493F-AEC6-24BAAA14B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A1E371B-5704-4FBB-8A02-47293AAAB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520885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5230D465-D5EC-4197-9E6D-E53AF9EDF5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DE1E2D48-35A7-4180-A46D-5216609D6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36E272A-0A55-4F8E-AFFF-68CE6B09E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7A81A5-30B8-4B12-890A-6CB97270E71E}" type="datetime1">
              <a:rPr lang="pl-PL" smtClean="0"/>
              <a:t>2025-04-16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4720FCC-CCEF-4652-99BE-5F22CC506C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D88A105-C25F-49BB-8BEF-FE8B7D41E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A1B8B-EBFB-4D99-BFCD-780F9970EEE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46385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image" Target="../media/image2.sv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CCA9DB14-C041-433D-8D68-55DF680F8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151200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D372FF5-A4C7-41AC-B538-B2CFD5A6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267199"/>
            <a:ext cx="11232422" cy="5041525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D0BF3DA-165E-441B-B629-3B6649281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9424" y="6537875"/>
            <a:ext cx="863600" cy="183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>
                <a:noFill/>
              </a:defRPr>
            </a:lvl1pPr>
          </a:lstStyle>
          <a:p>
            <a:fld id="{A9A6907B-BDE3-442F-B81B-45C612FEF838}" type="datetime1">
              <a:rPr lang="pl-PL" smtClean="0"/>
              <a:t>2025-04-16</a:t>
            </a:fld>
            <a:endParaRPr lang="pl-PL" dirty="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8CC0E36-C7C5-4ADD-84D2-9C476370B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9424" y="6356350"/>
            <a:ext cx="10800000" cy="18152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B7F4BF2-7921-4C63-8C25-AFDF838747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9824" y="6541475"/>
            <a:ext cx="432023" cy="180000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>
                <a:noFill/>
              </a:defRPr>
            </a:lvl1pPr>
          </a:lstStyle>
          <a:p>
            <a:fld id="{5D6A1B8B-EBFB-4D99-BFCD-780F9970EEE1}" type="slidenum">
              <a:rPr lang="pl-PL" smtClean="0"/>
              <a:pPr/>
              <a:t>‹#›</a:t>
            </a:fld>
            <a:endParaRPr lang="pl-PL" dirty="0"/>
          </a:p>
        </p:txBody>
      </p:sp>
      <p:grpSp>
        <p:nvGrpSpPr>
          <p:cNvPr id="81" name="Grupa 80">
            <a:extLst>
              <a:ext uri="{FF2B5EF4-FFF2-40B4-BE49-F238E27FC236}">
                <a16:creationId xmlns:a16="http://schemas.microsoft.com/office/drawing/2014/main" id="{E5952340-ADD7-4FA0-A711-6CCBCBD28F34}"/>
              </a:ext>
            </a:extLst>
          </p:cNvPr>
          <p:cNvGrpSpPr/>
          <p:nvPr userDrawn="1"/>
        </p:nvGrpSpPr>
        <p:grpSpPr>
          <a:xfrm>
            <a:off x="479425" y="-114300"/>
            <a:ext cx="11232422" cy="108000"/>
            <a:chOff x="479425" y="-114300"/>
            <a:chExt cx="11232422" cy="108000"/>
          </a:xfrm>
        </p:grpSpPr>
        <p:cxnSp>
          <p:nvCxnSpPr>
            <p:cNvPr id="52" name="Łącznik prosty 51">
              <a:extLst>
                <a:ext uri="{FF2B5EF4-FFF2-40B4-BE49-F238E27FC236}">
                  <a16:creationId xmlns:a16="http://schemas.microsoft.com/office/drawing/2014/main" id="{2DBFEBB0-A533-41A5-815A-EEBBC857F00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42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Łącznik prosty 52">
              <a:extLst>
                <a:ext uri="{FF2B5EF4-FFF2-40B4-BE49-F238E27FC236}">
                  <a16:creationId xmlns:a16="http://schemas.microsoft.com/office/drawing/2014/main" id="{5037A2D3-9CDD-4F96-93D6-B30B3248F3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1144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Łącznik prosty 53">
              <a:extLst>
                <a:ext uri="{FF2B5EF4-FFF2-40B4-BE49-F238E27FC236}">
                  <a16:creationId xmlns:a16="http://schemas.microsoft.com/office/drawing/2014/main" id="{FA8F6EA6-A670-4633-8A96-86CC80BC35D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34345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Łącznik prosty 54">
              <a:extLst>
                <a:ext uri="{FF2B5EF4-FFF2-40B4-BE49-F238E27FC236}">
                  <a16:creationId xmlns:a16="http://schemas.microsoft.com/office/drawing/2014/main" id="{38B8781C-9C71-43EB-8FB3-E04B076AAFB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77547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Łącznik prosty 55">
              <a:extLst>
                <a:ext uri="{FF2B5EF4-FFF2-40B4-BE49-F238E27FC236}">
                  <a16:creationId xmlns:a16="http://schemas.microsoft.com/office/drawing/2014/main" id="{7596F652-13B6-47A8-999E-697591350A8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20748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Łącznik prosty 56">
              <a:extLst>
                <a:ext uri="{FF2B5EF4-FFF2-40B4-BE49-F238E27FC236}">
                  <a16:creationId xmlns:a16="http://schemas.microsoft.com/office/drawing/2014/main" id="{87633CB0-EA76-41D2-B639-B9545BD377D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63950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Łącznik prosty 57">
              <a:extLst>
                <a:ext uri="{FF2B5EF4-FFF2-40B4-BE49-F238E27FC236}">
                  <a16:creationId xmlns:a16="http://schemas.microsoft.com/office/drawing/2014/main" id="{4ADBC261-E450-4CCF-B55F-44173669B6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07152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Łącznik prosty 58">
              <a:extLst>
                <a:ext uri="{FF2B5EF4-FFF2-40B4-BE49-F238E27FC236}">
                  <a16:creationId xmlns:a16="http://schemas.microsoft.com/office/drawing/2014/main" id="{1B72E9E0-6462-46A7-B340-F1CFA080B1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0353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Łącznik prosty 59">
              <a:extLst>
                <a:ext uri="{FF2B5EF4-FFF2-40B4-BE49-F238E27FC236}">
                  <a16:creationId xmlns:a16="http://schemas.microsoft.com/office/drawing/2014/main" id="{FB78494A-8C03-46EF-8F5D-8C5D400767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93555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Łącznik prosty 60">
              <a:extLst>
                <a:ext uri="{FF2B5EF4-FFF2-40B4-BE49-F238E27FC236}">
                  <a16:creationId xmlns:a16="http://schemas.microsoft.com/office/drawing/2014/main" id="{3AA3CD11-5642-48E8-8639-F607CF3478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36756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Łącznik prosty 61">
              <a:extLst>
                <a:ext uri="{FF2B5EF4-FFF2-40B4-BE49-F238E27FC236}">
                  <a16:creationId xmlns:a16="http://schemas.microsoft.com/office/drawing/2014/main" id="{02EA44CE-4C62-4CBC-8D7B-37E58849C5D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79958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Łącznik prosty 62">
              <a:extLst>
                <a:ext uri="{FF2B5EF4-FFF2-40B4-BE49-F238E27FC236}">
                  <a16:creationId xmlns:a16="http://schemas.microsoft.com/office/drawing/2014/main" id="{392575FB-5ECF-4F68-AA43-891B8082EB6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23160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Łącznik prosty 63">
              <a:extLst>
                <a:ext uri="{FF2B5EF4-FFF2-40B4-BE49-F238E27FC236}">
                  <a16:creationId xmlns:a16="http://schemas.microsoft.com/office/drawing/2014/main" id="{CFF2F54D-6881-4B39-AD34-4CF18203EB5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66361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Łącznik prosty 64">
              <a:extLst>
                <a:ext uri="{FF2B5EF4-FFF2-40B4-BE49-F238E27FC236}">
                  <a16:creationId xmlns:a16="http://schemas.microsoft.com/office/drawing/2014/main" id="{0BBFB8AF-CAC3-470C-A010-D96355EF21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9563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Łącznik prosty 66">
              <a:extLst>
                <a:ext uri="{FF2B5EF4-FFF2-40B4-BE49-F238E27FC236}">
                  <a16:creationId xmlns:a16="http://schemas.microsoft.com/office/drawing/2014/main" id="{47AD97A4-2F5D-4787-A36D-EB06A865469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52764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Łącznik prosty 67">
              <a:extLst>
                <a:ext uri="{FF2B5EF4-FFF2-40B4-BE49-F238E27FC236}">
                  <a16:creationId xmlns:a16="http://schemas.microsoft.com/office/drawing/2014/main" id="{F3CBA19C-76E0-495E-A4D1-6306B96AA2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95966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Łącznik prosty 68">
              <a:extLst>
                <a:ext uri="{FF2B5EF4-FFF2-40B4-BE49-F238E27FC236}">
                  <a16:creationId xmlns:a16="http://schemas.microsoft.com/office/drawing/2014/main" id="{7FC8ABA4-6EF7-47E0-92D6-3DF7E64199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39168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Łącznik prosty 69">
              <a:extLst>
                <a:ext uri="{FF2B5EF4-FFF2-40B4-BE49-F238E27FC236}">
                  <a16:creationId xmlns:a16="http://schemas.microsoft.com/office/drawing/2014/main" id="{860E0C2E-15C4-4E3E-BDE9-6462E24422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82369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Łącznik prosty 70">
              <a:extLst>
                <a:ext uri="{FF2B5EF4-FFF2-40B4-BE49-F238E27FC236}">
                  <a16:creationId xmlns:a16="http://schemas.microsoft.com/office/drawing/2014/main" id="{90BD5DB5-3786-4D00-9A9B-557096DE651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25571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Łącznik prosty 71">
              <a:extLst>
                <a:ext uri="{FF2B5EF4-FFF2-40B4-BE49-F238E27FC236}">
                  <a16:creationId xmlns:a16="http://schemas.microsoft.com/office/drawing/2014/main" id="{EAE2F49A-9594-46C8-811A-9A9696A777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8772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Łącznik prosty 72">
              <a:extLst>
                <a:ext uri="{FF2B5EF4-FFF2-40B4-BE49-F238E27FC236}">
                  <a16:creationId xmlns:a16="http://schemas.microsoft.com/office/drawing/2014/main" id="{2021C23D-A6BA-40BF-B9D6-C490746BBF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11974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Łącznik prosty 73">
              <a:extLst>
                <a:ext uri="{FF2B5EF4-FFF2-40B4-BE49-F238E27FC236}">
                  <a16:creationId xmlns:a16="http://schemas.microsoft.com/office/drawing/2014/main" id="{07053DD0-838B-4F45-98F6-F4B23F825D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551761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Łącznik prosty 74">
              <a:extLst>
                <a:ext uri="{FF2B5EF4-FFF2-40B4-BE49-F238E27FC236}">
                  <a16:creationId xmlns:a16="http://schemas.microsoft.com/office/drawing/2014/main" id="{0BA0B412-D12A-478A-81FD-F1BA3DF5F9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98377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Łącznik prosty 75">
              <a:extLst>
                <a:ext uri="{FF2B5EF4-FFF2-40B4-BE49-F238E27FC236}">
                  <a16:creationId xmlns:a16="http://schemas.microsoft.com/office/drawing/2014/main" id="{538943EF-E6C4-434A-92C8-86790FC401C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415793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Łącznik prosty 76">
              <a:extLst>
                <a:ext uri="{FF2B5EF4-FFF2-40B4-BE49-F238E27FC236}">
                  <a16:creationId xmlns:a16="http://schemas.microsoft.com/office/drawing/2014/main" id="{58EBC039-2EFD-4FF9-A821-71922E98B5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847809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Łącznik prosty 77">
              <a:extLst>
                <a:ext uri="{FF2B5EF4-FFF2-40B4-BE49-F238E27FC236}">
                  <a16:creationId xmlns:a16="http://schemas.microsoft.com/office/drawing/2014/main" id="{5C684325-C7A0-4C58-9938-596CC2BCCF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279825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Łącznik prosty 78">
              <a:extLst>
                <a:ext uri="{FF2B5EF4-FFF2-40B4-BE49-F238E27FC236}">
                  <a16:creationId xmlns:a16="http://schemas.microsoft.com/office/drawing/2014/main" id="{759FDAE7-A197-42AC-9F15-D024967A96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711847" y="-114300"/>
              <a:ext cx="0" cy="108000"/>
            </a:xfrm>
            <a:prstGeom prst="line">
              <a:avLst/>
            </a:prstGeom>
            <a:ln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Prostokąt 6">
            <a:extLst>
              <a:ext uri="{FF2B5EF4-FFF2-40B4-BE49-F238E27FC236}">
                <a16:creationId xmlns:a16="http://schemas.microsoft.com/office/drawing/2014/main" id="{FC690501-E2DA-4BC2-B7FF-9BDD530A8BD6}"/>
              </a:ext>
            </a:extLst>
          </p:cNvPr>
          <p:cNvSpPr/>
          <p:nvPr userDrawn="1"/>
        </p:nvSpPr>
        <p:spPr>
          <a:xfrm>
            <a:off x="9993114" y="6356350"/>
            <a:ext cx="1718733" cy="180000"/>
          </a:xfrm>
          <a:prstGeom prst="rect">
            <a:avLst/>
          </a:prstGeom>
        </p:spPr>
        <p:txBody>
          <a:bodyPr vert="horz" lIns="0" tIns="0" rIns="0" bIns="0" rtlCol="0" anchor="t"/>
          <a:lstStyle/>
          <a:p>
            <a:pPr lvl="0" algn="r"/>
            <a:fld id="{5D6A1B8B-EBFB-4D99-BFCD-780F9970EEE1}" type="slidenum">
              <a:rPr lang="pl-PL" sz="1000" smtClean="0">
                <a:solidFill>
                  <a:schemeClr val="tx1"/>
                </a:solidFill>
              </a:rPr>
              <a:pPr lvl="0" algn="r"/>
              <a:t>‹#›</a:t>
            </a:fld>
            <a:r>
              <a:rPr lang="pl-PL" sz="1000" dirty="0">
                <a:solidFill>
                  <a:schemeClr val="tx1"/>
                </a:solidFill>
              </a:rPr>
              <a:t> / 33</a:t>
            </a:r>
          </a:p>
        </p:txBody>
      </p:sp>
      <p:pic>
        <p:nvPicPr>
          <p:cNvPr id="66" name="Grafika 65">
            <a:extLst>
              <a:ext uri="{FF2B5EF4-FFF2-40B4-BE49-F238E27FC236}">
                <a16:creationId xmlns:a16="http://schemas.microsoft.com/office/drawing/2014/main" id="{BEED7BB6-A734-49CB-8640-F52033991628}"/>
              </a:ext>
            </a:extLst>
          </p:cNvPr>
          <p:cNvPicPr>
            <a:picLocks noChangeAspect="1"/>
          </p:cNvPicPr>
          <p:nvPr userDrawn="1"/>
        </p:nvPicPr>
        <p:blipFill>
          <a:blip r:embed="rId4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10450208" y="6359"/>
            <a:ext cx="1579026" cy="10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063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696" r:id="rId3"/>
    <p:sldLayoutId id="2147483660" r:id="rId4"/>
    <p:sldLayoutId id="2147483669" r:id="rId5"/>
    <p:sldLayoutId id="2147483652" r:id="rId6"/>
    <p:sldLayoutId id="2147483704" r:id="rId7"/>
    <p:sldLayoutId id="2147483673" r:id="rId8"/>
    <p:sldLayoutId id="2147483693" r:id="rId9"/>
    <p:sldLayoutId id="2147483685" r:id="rId10"/>
    <p:sldLayoutId id="2147483684" r:id="rId11"/>
    <p:sldLayoutId id="2147483678" r:id="rId12"/>
    <p:sldLayoutId id="2147483694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690" r:id="rId21"/>
    <p:sldLayoutId id="2147483670" r:id="rId22"/>
    <p:sldLayoutId id="2147483672" r:id="rId23"/>
    <p:sldLayoutId id="2147483671" r:id="rId24"/>
    <p:sldLayoutId id="2147483691" r:id="rId25"/>
    <p:sldLayoutId id="2147483674" r:id="rId26"/>
    <p:sldLayoutId id="2147483683" r:id="rId27"/>
    <p:sldLayoutId id="2147483675" r:id="rId28"/>
    <p:sldLayoutId id="2147483676" r:id="rId29"/>
    <p:sldLayoutId id="2147483706" r:id="rId30"/>
    <p:sldLayoutId id="2147483707" r:id="rId31"/>
    <p:sldLayoutId id="2147483662" r:id="rId32"/>
    <p:sldLayoutId id="2147483687" r:id="rId33"/>
    <p:sldLayoutId id="2147483666" r:id="rId34"/>
    <p:sldLayoutId id="2147483688" r:id="rId35"/>
    <p:sldLayoutId id="2147483664" r:id="rId36"/>
    <p:sldLayoutId id="2147483663" r:id="rId37"/>
    <p:sldLayoutId id="2147483651" r:id="rId38"/>
    <p:sldLayoutId id="2147483653" r:id="rId39"/>
    <p:sldLayoutId id="2147483656" r:id="rId40"/>
    <p:sldLayoutId id="2147483657" r:id="rId41"/>
    <p:sldLayoutId id="2147483658" r:id="rId42"/>
    <p:sldLayoutId id="2147483659" r:id="rId43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0" algn="l" defTabSz="91440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302" userDrawn="1">
          <p15:clr>
            <a:srgbClr val="F26B43"/>
          </p15:clr>
        </p15:guide>
        <p15:guide id="3" pos="7378" userDrawn="1">
          <p15:clr>
            <a:srgbClr val="F26B43"/>
          </p15:clr>
        </p15:guide>
        <p15:guide id="4" orient="horz" pos="663" userDrawn="1">
          <p15:clr>
            <a:srgbClr val="F26B43"/>
          </p15:clr>
        </p15:guide>
        <p15:guide id="5" orient="horz" pos="799" userDrawn="1">
          <p15:clr>
            <a:srgbClr val="F26B43"/>
          </p15:clr>
        </p15:guide>
        <p15:guide id="6" orient="horz" pos="3974" userDrawn="1">
          <p15:clr>
            <a:srgbClr val="F26B43"/>
          </p15:clr>
        </p15:guide>
        <p15:guide id="9" pos="3976" userDrawn="1">
          <p15:clr>
            <a:srgbClr val="F26B43"/>
          </p15:clr>
        </p15:guide>
        <p15:guide id="11" pos="574" userDrawn="1">
          <p15:clr>
            <a:srgbClr val="F26B43"/>
          </p15:clr>
        </p15:guide>
        <p15:guide id="12" pos="7106" userDrawn="1">
          <p15:clr>
            <a:srgbClr val="F26B43"/>
          </p15:clr>
        </p15:guide>
        <p15:guide id="14" orient="horz" pos="3702" userDrawn="1">
          <p15:clr>
            <a:srgbClr val="F26B43"/>
          </p15:clr>
        </p15:guide>
        <p15:guide id="19" pos="4656" userDrawn="1">
          <p15:clr>
            <a:srgbClr val="F26B43"/>
          </p15:clr>
        </p15:guide>
        <p15:guide id="21" pos="3024" userDrawn="1">
          <p15:clr>
            <a:srgbClr val="F26B43"/>
          </p15:clr>
        </p15:guide>
        <p15:guide id="22" pos="846" userDrawn="1">
          <p15:clr>
            <a:srgbClr val="F26B43"/>
          </p15:clr>
        </p15:guide>
        <p15:guide id="23" pos="6834" userDrawn="1">
          <p15:clr>
            <a:srgbClr val="F26B43"/>
          </p15:clr>
        </p15:guide>
        <p15:guide id="24" orient="horz" pos="2319" userDrawn="1">
          <p15:clr>
            <a:srgbClr val="F26B43"/>
          </p15:clr>
        </p15:guide>
        <p15:guide id="26" orient="horz" pos="1071" userDrawn="1">
          <p15:clr>
            <a:srgbClr val="F26B43"/>
          </p15:clr>
        </p15:guide>
        <p15:guide id="27" pos="6289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935" userDrawn="1">
          <p15:clr>
            <a:srgbClr val="F26B43"/>
          </p15:clr>
        </p15:guide>
        <p15:guide id="30" pos="2479" userDrawn="1">
          <p15:clr>
            <a:srgbClr val="F26B43"/>
          </p15:clr>
        </p15:guide>
        <p15:guide id="31" pos="3704" userDrawn="1">
          <p15:clr>
            <a:srgbClr val="F26B43"/>
          </p15:clr>
        </p15:guide>
        <p15:guide id="34" orient="horz" pos="2455" userDrawn="1">
          <p15:clr>
            <a:srgbClr val="F26B43"/>
          </p15:clr>
        </p15:guide>
        <p15:guide id="35" pos="5201" userDrawn="1">
          <p15:clr>
            <a:srgbClr val="F26B43"/>
          </p15:clr>
        </p15:guide>
        <p15:guide id="36" pos="57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6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3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5.xml"/><Relationship Id="rId4" Type="http://schemas.openxmlformats.org/officeDocument/2006/relationships/chart" Target="../charts/char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0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1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3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2.xml"/><Relationship Id="rId6" Type="http://schemas.openxmlformats.org/officeDocument/2006/relationships/image" Target="../media/image21.png"/><Relationship Id="rId11" Type="http://schemas.microsoft.com/office/2007/relationships/hdphoto" Target="../media/hdphoto2.wdp"/><Relationship Id="rId5" Type="http://schemas.openxmlformats.org/officeDocument/2006/relationships/image" Target="../media/image20.png"/><Relationship Id="rId10" Type="http://schemas.openxmlformats.org/officeDocument/2006/relationships/image" Target="../media/image24.png"/><Relationship Id="rId4" Type="http://schemas.openxmlformats.org/officeDocument/2006/relationships/image" Target="../media/image19.png"/><Relationship Id="rId9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F43FE0E-0216-43F0-9BEE-0944241F62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#PodzielSięWiedzą</a:t>
            </a:r>
            <a:br>
              <a:rPr lang="pl-PL" dirty="0"/>
            </a:br>
            <a:r>
              <a:rPr lang="pl-PL" dirty="0"/>
              <a:t>Czym jest system kontroli GIT </a:t>
            </a:r>
            <a:br>
              <a:rPr lang="pl-PL" dirty="0"/>
            </a:br>
            <a:r>
              <a:rPr lang="pl-PL" dirty="0"/>
              <a:t>i jak wykorzystać go w praktyce? 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80C41ED-54D8-4685-8389-5377CBAA91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ln>
            <a:noFill/>
          </a:ln>
        </p:spPr>
        <p:txBody>
          <a:bodyPr/>
          <a:lstStyle/>
          <a:p>
            <a:r>
              <a:rPr lang="pl-PL" dirty="0"/>
              <a:t>Krystyna Kantorska</a:t>
            </a:r>
          </a:p>
          <a:p>
            <a:r>
              <a:rPr lang="pl-PL" dirty="0"/>
              <a:t>Programistka Baz Danych</a:t>
            </a:r>
          </a:p>
          <a:p>
            <a:r>
              <a:rPr lang="pl-PL" dirty="0"/>
              <a:t>Gdańsk 2025r.</a:t>
            </a:r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873465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33B8EED2-5512-449B-B763-871A6724A4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3" name="Tytuł 2">
            <a:extLst>
              <a:ext uri="{FF2B5EF4-FFF2-40B4-BE49-F238E27FC236}">
                <a16:creationId xmlns:a16="http://schemas.microsoft.com/office/drawing/2014/main" id="{8A178735-C284-4672-B3C3-11E2514B5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F90E801-1A63-4ADE-86DD-5E2C7F5C3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accent1"/>
                </a:solidFill>
              </a:rPr>
              <a:t>01</a:t>
            </a:r>
            <a:r>
              <a:rPr lang="pl-PL" dirty="0"/>
              <a:t>	Trochę teorii</a:t>
            </a:r>
          </a:p>
          <a:p>
            <a:r>
              <a:rPr lang="pl-PL" dirty="0">
                <a:solidFill>
                  <a:schemeClr val="accent1"/>
                </a:solidFill>
              </a:rPr>
              <a:t>02</a:t>
            </a:r>
            <a:r>
              <a:rPr lang="pl-PL" dirty="0"/>
              <a:t>	Tworzenie/klonowanie repozytorium</a:t>
            </a:r>
          </a:p>
          <a:p>
            <a:r>
              <a:rPr lang="pl-PL" dirty="0">
                <a:solidFill>
                  <a:schemeClr val="accent1"/>
                </a:solidFill>
              </a:rPr>
              <a:t>03</a:t>
            </a:r>
            <a:r>
              <a:rPr lang="pl-PL" dirty="0"/>
              <a:t>	Przydatne narzędzia</a:t>
            </a:r>
          </a:p>
          <a:p>
            <a:r>
              <a:rPr lang="pl-PL" dirty="0">
                <a:solidFill>
                  <a:schemeClr val="accent1"/>
                </a:solidFill>
              </a:rPr>
              <a:t>04</a:t>
            </a:r>
            <a:r>
              <a:rPr lang="pl-PL" dirty="0"/>
              <a:t> 	Trochę praktyki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9767C572-399B-48CB-9407-974D37FE76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39C8FCD0-C309-4F2D-940A-CAD0C1428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 dirty="0"/>
              <a:t>Czym jest system kontroli GIT i jak wykorzystać go w praktyce?</a:t>
            </a:r>
          </a:p>
        </p:txBody>
      </p:sp>
    </p:spTree>
    <p:extLst>
      <p:ext uri="{BB962C8B-B14F-4D97-AF65-F5344CB8AC3E}">
        <p14:creationId xmlns:p14="http://schemas.microsoft.com/office/powerpoint/2010/main" val="3377707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ED194933-87B7-4288-A968-E5B91DDCAE7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Tytuł 6">
            <a:extLst>
              <a:ext uri="{FF2B5EF4-FFF2-40B4-BE49-F238E27FC236}">
                <a16:creationId xmlns:a16="http://schemas.microsoft.com/office/drawing/2014/main" id="{FBAEBE3D-A578-4562-AD66-01560CEC3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8EBF1405-2753-4075-868D-511C27E85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>
                <a:solidFill>
                  <a:schemeClr val="tx1"/>
                </a:solidFill>
              </a:rPr>
              <a:t>Trochę teorii</a:t>
            </a:r>
            <a:endParaRPr lang="pl-PL" dirty="0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EC70BF9-F9AE-4657-A9B9-C38F88434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10" name="Symbol zastępczy tekstu 9">
            <a:extLst>
              <a:ext uri="{FF2B5EF4-FFF2-40B4-BE49-F238E27FC236}">
                <a16:creationId xmlns:a16="http://schemas.microsoft.com/office/drawing/2014/main" id="{22AAB962-7CE7-4737-AE79-45831A0520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659356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Trochę teorii…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 dirty="0"/>
              <a:t>Czym jest system kontroli GIT i jak wykorzystać go w praktyce?</a:t>
            </a:r>
          </a:p>
        </p:txBody>
      </p:sp>
      <p:sp>
        <p:nvSpPr>
          <p:cNvPr id="334" name="Symbol zastępczy zawartości 333">
            <a:extLst>
              <a:ext uri="{FF2B5EF4-FFF2-40B4-BE49-F238E27FC236}">
                <a16:creationId xmlns:a16="http://schemas.microsoft.com/office/drawing/2014/main" id="{08026FC3-2C56-4D47-8F98-A00A5144A6A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51777" y="1390893"/>
            <a:ext cx="3465600" cy="5070091"/>
          </a:xfrm>
        </p:spPr>
        <p:txBody>
          <a:bodyPr/>
          <a:lstStyle/>
          <a:p>
            <a:pPr marL="0" indent="0" algn="ctr">
              <a:buNone/>
            </a:pPr>
            <a:r>
              <a:rPr lang="pl-PL" sz="1200" b="1" dirty="0"/>
              <a:t>System kontroli wersji </a:t>
            </a:r>
            <a:r>
              <a:rPr lang="pl-PL" sz="1200" dirty="0"/>
              <a:t>- </a:t>
            </a:r>
            <a:r>
              <a:rPr lang="pl-PL" sz="1200" b="0" i="0" dirty="0">
                <a:solidFill>
                  <a:srgbClr val="424242"/>
                </a:solidFill>
                <a:effectLst/>
              </a:rPr>
              <a:t>narzędzie umożliwiające śledzenie zmian w plikach, zarządzanie wersjami oraz współpracę między programistami w ramach projektu. Ułatwia rejestrowanie zmian, przywracanie wcześniejszych wersji kodu oraz łączenie zmian wprowadzanych przez różnych użytkowników.</a:t>
            </a:r>
          </a:p>
          <a:p>
            <a:pPr marL="0" indent="0" algn="ctr">
              <a:buNone/>
            </a:pPr>
            <a:endParaRPr lang="pl-PL" sz="1200" b="0" i="0" dirty="0">
              <a:solidFill>
                <a:srgbClr val="424242"/>
              </a:solidFill>
              <a:effectLst/>
            </a:endParaRPr>
          </a:p>
          <a:p>
            <a:pPr marL="0" indent="0" algn="ctr">
              <a:buNone/>
            </a:pPr>
            <a:r>
              <a:rPr lang="pl-PL" sz="1200" b="1" dirty="0">
                <a:solidFill>
                  <a:srgbClr val="424242"/>
                </a:solidFill>
              </a:rPr>
              <a:t>GIT</a:t>
            </a:r>
            <a:r>
              <a:rPr lang="pl-PL" sz="1200" dirty="0">
                <a:solidFill>
                  <a:srgbClr val="424242"/>
                </a:solidFill>
              </a:rPr>
              <a:t> – jeden z systemów kontroli wersji (system rozproszony – repozytoria lokalne, gałęzie; system bezpieczny i popularny)</a:t>
            </a:r>
          </a:p>
          <a:p>
            <a:pPr marL="0" indent="0">
              <a:buNone/>
            </a:pPr>
            <a:endParaRPr lang="pl-PL" sz="1200" dirty="0">
              <a:solidFill>
                <a:srgbClr val="424242"/>
              </a:solidFill>
            </a:endParaRPr>
          </a:p>
          <a:p>
            <a:pPr marL="0" indent="0" algn="ctr">
              <a:buNone/>
            </a:pPr>
            <a:r>
              <a:rPr lang="pl-PL" sz="1200" b="1" dirty="0">
                <a:solidFill>
                  <a:srgbClr val="424242"/>
                </a:solidFill>
              </a:rPr>
              <a:t>GitHub / </a:t>
            </a:r>
            <a:r>
              <a:rPr lang="pl-PL" sz="1200" b="1" dirty="0" err="1">
                <a:solidFill>
                  <a:srgbClr val="424242"/>
                </a:solidFill>
              </a:rPr>
              <a:t>GitLab</a:t>
            </a:r>
            <a:r>
              <a:rPr lang="pl-PL" sz="1200" b="1" dirty="0">
                <a:solidFill>
                  <a:srgbClr val="424242"/>
                </a:solidFill>
              </a:rPr>
              <a:t> / </a:t>
            </a:r>
            <a:r>
              <a:rPr lang="pl-PL" sz="1200" b="1" dirty="0" err="1">
                <a:solidFill>
                  <a:srgbClr val="424242"/>
                </a:solidFill>
              </a:rPr>
              <a:t>Bitbucket</a:t>
            </a:r>
            <a:r>
              <a:rPr lang="pl-PL" sz="1200" b="1" dirty="0">
                <a:solidFill>
                  <a:srgbClr val="424242"/>
                </a:solidFill>
              </a:rPr>
              <a:t> </a:t>
            </a:r>
            <a:r>
              <a:rPr lang="pl-PL" sz="1200" dirty="0">
                <a:solidFill>
                  <a:srgbClr val="424242"/>
                </a:solidFill>
              </a:rPr>
              <a:t>– platformy hostingowe dla repozytoriów git;</a:t>
            </a:r>
          </a:p>
          <a:p>
            <a:pPr marL="0" indent="0">
              <a:buNone/>
            </a:pPr>
            <a:endParaRPr lang="pl-PL" sz="1200" dirty="0">
              <a:solidFill>
                <a:srgbClr val="424242"/>
              </a:solidFill>
            </a:endParaRPr>
          </a:p>
        </p:txBody>
      </p:sp>
      <p:pic>
        <p:nvPicPr>
          <p:cNvPr id="22" name="Grafika 21" descr="Laptop kontur">
            <a:extLst>
              <a:ext uri="{FF2B5EF4-FFF2-40B4-BE49-F238E27FC236}">
                <a16:creationId xmlns:a16="http://schemas.microsoft.com/office/drawing/2014/main" id="{50BAB075-0007-E271-5B70-C9515140F9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65067" y="3757216"/>
            <a:ext cx="914400" cy="914400"/>
          </a:xfrm>
          <a:prstGeom prst="rect">
            <a:avLst/>
          </a:prstGeom>
        </p:spPr>
      </p:pic>
      <p:pic>
        <p:nvPicPr>
          <p:cNvPr id="34" name="Grafika 33" descr="Chmura synchronizacji kontur">
            <a:extLst>
              <a:ext uri="{FF2B5EF4-FFF2-40B4-BE49-F238E27FC236}">
                <a16:creationId xmlns:a16="http://schemas.microsoft.com/office/drawing/2014/main" id="{85342119-D24B-35FA-431D-1757345058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57479" y="2111957"/>
            <a:ext cx="914400" cy="914400"/>
          </a:xfrm>
          <a:prstGeom prst="rect">
            <a:avLst/>
          </a:prstGeom>
        </p:spPr>
      </p:pic>
      <p:sp>
        <p:nvSpPr>
          <p:cNvPr id="35" name="pole tekstowe 34">
            <a:extLst>
              <a:ext uri="{FF2B5EF4-FFF2-40B4-BE49-F238E27FC236}">
                <a16:creationId xmlns:a16="http://schemas.microsoft.com/office/drawing/2014/main" id="{0F756271-D8C4-5F48-8642-376664FE9961}"/>
              </a:ext>
            </a:extLst>
          </p:cNvPr>
          <p:cNvSpPr txBox="1"/>
          <p:nvPr/>
        </p:nvSpPr>
        <p:spPr>
          <a:xfrm>
            <a:off x="5051085" y="2520652"/>
            <a:ext cx="29425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1" dirty="0">
                <a:solidFill>
                  <a:srgbClr val="424242"/>
                </a:solidFill>
              </a:rPr>
              <a:t>Zdalne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l-PL" sz="1200" b="0" dirty="0">
                <a:solidFill>
                  <a:srgbClr val="424242"/>
                </a:solidFill>
              </a:rPr>
              <a:t>przec</a:t>
            </a:r>
            <a:r>
              <a:rPr lang="pl-PL" sz="1200" dirty="0">
                <a:solidFill>
                  <a:srgbClr val="424242"/>
                </a:solidFill>
              </a:rPr>
              <a:t>howywane na serwerze lub platformie hostingowej, umożliwia współpracę z innymi programistami, wymianę zmian i synchronizację pracy;</a:t>
            </a:r>
          </a:p>
          <a:p>
            <a:pPr algn="r"/>
            <a:endParaRPr lang="pl-PL" sz="1200" dirty="0"/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DAC2DC42-4BB1-152B-2B89-F111AF4BE30D}"/>
              </a:ext>
            </a:extLst>
          </p:cNvPr>
          <p:cNvSpPr txBox="1"/>
          <p:nvPr/>
        </p:nvSpPr>
        <p:spPr>
          <a:xfrm>
            <a:off x="4975246" y="3925939"/>
            <a:ext cx="30217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r">
              <a:buFont typeface="Courier New" panose="02070309020205020404" pitchFamily="49" charset="0"/>
              <a:buNone/>
            </a:pPr>
            <a:r>
              <a:rPr lang="pl-PL" sz="1200" b="1" dirty="0">
                <a:solidFill>
                  <a:srgbClr val="424242"/>
                </a:solidFill>
              </a:rPr>
              <a:t>Lokalne</a:t>
            </a:r>
          </a:p>
          <a:p>
            <a:pPr lvl="1" algn="r">
              <a:buFont typeface="Courier New" panose="02070309020205020404" pitchFamily="49" charset="0"/>
              <a:buNone/>
            </a:pPr>
            <a:r>
              <a:rPr lang="pl-PL" sz="1200" dirty="0">
                <a:solidFill>
                  <a:srgbClr val="424242"/>
                </a:solidFill>
              </a:rPr>
              <a:t>kopia repozytorium przechowywana na komputerze programisty, umożliwiająca pracę</a:t>
            </a:r>
          </a:p>
          <a:p>
            <a:pPr lvl="1" algn="r">
              <a:buFont typeface="Courier New" panose="02070309020205020404" pitchFamily="49" charset="0"/>
              <a:buNone/>
            </a:pPr>
            <a:r>
              <a:rPr lang="pl-PL" sz="1200" dirty="0">
                <a:solidFill>
                  <a:srgbClr val="424242"/>
                </a:solidFill>
              </a:rPr>
              <a:t>i wprowadzanie zmian w kodzie.</a:t>
            </a:r>
            <a:endParaRPr lang="pl-PL" sz="1200" dirty="0"/>
          </a:p>
          <a:p>
            <a:pPr algn="r"/>
            <a:endParaRPr lang="pl-PL" sz="1200" dirty="0"/>
          </a:p>
        </p:txBody>
      </p:sp>
      <p:pic>
        <p:nvPicPr>
          <p:cNvPr id="41" name="Grafika 40" descr="Laptop kontur">
            <a:extLst>
              <a:ext uri="{FF2B5EF4-FFF2-40B4-BE49-F238E27FC236}">
                <a16:creationId xmlns:a16="http://schemas.microsoft.com/office/drawing/2014/main" id="{7818209C-ABAC-17B1-FDFC-BDEFF236E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48144" y="3583432"/>
            <a:ext cx="914400" cy="914400"/>
          </a:xfrm>
          <a:prstGeom prst="rect">
            <a:avLst/>
          </a:prstGeom>
        </p:spPr>
      </p:pic>
      <p:pic>
        <p:nvPicPr>
          <p:cNvPr id="42" name="Grafika 41" descr="Laptop kontur">
            <a:extLst>
              <a:ext uri="{FF2B5EF4-FFF2-40B4-BE49-F238E27FC236}">
                <a16:creationId xmlns:a16="http://schemas.microsoft.com/office/drawing/2014/main" id="{8FEDDFD3-CD19-ED85-95AF-016ADFA83B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55268" y="3090511"/>
            <a:ext cx="914400" cy="914400"/>
          </a:xfrm>
          <a:prstGeom prst="rect">
            <a:avLst/>
          </a:prstGeom>
        </p:spPr>
      </p:pic>
      <p:cxnSp>
        <p:nvCxnSpPr>
          <p:cNvPr id="48" name="Łącznik prosty ze strzałką 47">
            <a:extLst>
              <a:ext uri="{FF2B5EF4-FFF2-40B4-BE49-F238E27FC236}">
                <a16:creationId xmlns:a16="http://schemas.microsoft.com/office/drawing/2014/main" id="{53F3C226-33CA-C9D1-71AC-8F6E3517E752}"/>
              </a:ext>
            </a:extLst>
          </p:cNvPr>
          <p:cNvCxnSpPr>
            <a:cxnSpLocks/>
          </p:cNvCxnSpPr>
          <p:nvPr/>
        </p:nvCxnSpPr>
        <p:spPr>
          <a:xfrm>
            <a:off x="8990915" y="2770161"/>
            <a:ext cx="1464353" cy="59605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ze strzałką 49">
            <a:extLst>
              <a:ext uri="{FF2B5EF4-FFF2-40B4-BE49-F238E27FC236}">
                <a16:creationId xmlns:a16="http://schemas.microsoft.com/office/drawing/2014/main" id="{7682CA2F-677B-5BFC-60BE-DC37DA6D3866}"/>
              </a:ext>
            </a:extLst>
          </p:cNvPr>
          <p:cNvCxnSpPr>
            <a:cxnSpLocks/>
          </p:cNvCxnSpPr>
          <p:nvPr/>
        </p:nvCxnSpPr>
        <p:spPr>
          <a:xfrm>
            <a:off x="8836264" y="2879793"/>
            <a:ext cx="636940" cy="8067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Łącznik prosty ze strzałką 52">
            <a:extLst>
              <a:ext uri="{FF2B5EF4-FFF2-40B4-BE49-F238E27FC236}">
                <a16:creationId xmlns:a16="http://schemas.microsoft.com/office/drawing/2014/main" id="{1F611067-E150-B574-B58E-FD9C5AEED9B7}"/>
              </a:ext>
            </a:extLst>
          </p:cNvPr>
          <p:cNvCxnSpPr>
            <a:cxnSpLocks/>
          </p:cNvCxnSpPr>
          <p:nvPr/>
        </p:nvCxnSpPr>
        <p:spPr>
          <a:xfrm>
            <a:off x="8507855" y="2937330"/>
            <a:ext cx="167389" cy="9089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pole tekstowe 56">
            <a:extLst>
              <a:ext uri="{FF2B5EF4-FFF2-40B4-BE49-F238E27FC236}">
                <a16:creationId xmlns:a16="http://schemas.microsoft.com/office/drawing/2014/main" id="{70C50605-44AB-C324-9668-00849B5A1C6B}"/>
              </a:ext>
            </a:extLst>
          </p:cNvPr>
          <p:cNvSpPr txBox="1"/>
          <p:nvPr/>
        </p:nvSpPr>
        <p:spPr>
          <a:xfrm>
            <a:off x="6716493" y="1624011"/>
            <a:ext cx="39175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1200" b="1" dirty="0">
                <a:solidFill>
                  <a:srgbClr val="424242"/>
                </a:solidFill>
              </a:rPr>
              <a:t>Repozytorium</a:t>
            </a:r>
            <a:r>
              <a:rPr lang="pl-PL" sz="1200" dirty="0">
                <a:solidFill>
                  <a:srgbClr val="424242"/>
                </a:solidFill>
              </a:rPr>
              <a:t> - miejsce, w którym przechowywane są pliki i historia ich zmian w ramach projektu, dzielimy na:</a:t>
            </a:r>
          </a:p>
          <a:p>
            <a:endParaRPr lang="pl-PL" sz="1600" dirty="0"/>
          </a:p>
        </p:txBody>
      </p:sp>
      <p:sp>
        <p:nvSpPr>
          <p:cNvPr id="58" name="Strzałka: w dół 57">
            <a:extLst>
              <a:ext uri="{FF2B5EF4-FFF2-40B4-BE49-F238E27FC236}">
                <a16:creationId xmlns:a16="http://schemas.microsoft.com/office/drawing/2014/main" id="{4EBC4967-1521-A692-1CB0-2139F963F58B}"/>
              </a:ext>
            </a:extLst>
          </p:cNvPr>
          <p:cNvSpPr/>
          <p:nvPr/>
        </p:nvSpPr>
        <p:spPr>
          <a:xfrm>
            <a:off x="2561455" y="2998029"/>
            <a:ext cx="236755" cy="30291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9" name="Strzałka: w dół 58">
            <a:extLst>
              <a:ext uri="{FF2B5EF4-FFF2-40B4-BE49-F238E27FC236}">
                <a16:creationId xmlns:a16="http://schemas.microsoft.com/office/drawing/2014/main" id="{EC6E125D-4376-2B4E-60DF-5E45E76A8034}"/>
              </a:ext>
            </a:extLst>
          </p:cNvPr>
          <p:cNvSpPr/>
          <p:nvPr/>
        </p:nvSpPr>
        <p:spPr>
          <a:xfrm>
            <a:off x="2561454" y="4014967"/>
            <a:ext cx="236755" cy="30291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3" name="Łącznik prosty ze strzałką 2">
            <a:extLst>
              <a:ext uri="{FF2B5EF4-FFF2-40B4-BE49-F238E27FC236}">
                <a16:creationId xmlns:a16="http://schemas.microsoft.com/office/drawing/2014/main" id="{3BC25757-53F4-D93A-6C99-23478FDF9195}"/>
              </a:ext>
            </a:extLst>
          </p:cNvPr>
          <p:cNvCxnSpPr>
            <a:cxnSpLocks/>
          </p:cNvCxnSpPr>
          <p:nvPr/>
        </p:nvCxnSpPr>
        <p:spPr>
          <a:xfrm flipH="1">
            <a:off x="4295800" y="3686568"/>
            <a:ext cx="1308155" cy="828012"/>
          </a:xfrm>
          <a:prstGeom prst="straightConnector1">
            <a:avLst/>
          </a:prstGeom>
          <a:ln w="38100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7437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ytuł 2">
            <a:extLst>
              <a:ext uri="{FF2B5EF4-FFF2-40B4-BE49-F238E27FC236}">
                <a16:creationId xmlns:a16="http://schemas.microsoft.com/office/drawing/2014/main" id="{76FF0375-B4EF-64C9-B38C-784F3D549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Trochę teorii…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BC7E2E48-B308-F718-6D71-8943557D6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pic>
        <p:nvPicPr>
          <p:cNvPr id="1026" name="Picture 2" descr="Understanding Git Branching. During my time at Flatiron School, I've… | by  Jacob Logan | Medium">
            <a:extLst>
              <a:ext uri="{FF2B5EF4-FFF2-40B4-BE49-F238E27FC236}">
                <a16:creationId xmlns:a16="http://schemas.microsoft.com/office/drawing/2014/main" id="{96F4BEEC-931C-A669-4639-03D87654A342}"/>
              </a:ext>
            </a:extLst>
          </p:cNvPr>
          <p:cNvPicPr>
            <a:picLocks noGrp="1" noChangeAspect="1" noChangeArrowheads="1"/>
          </p:cNvPicPr>
          <p:nvPr>
            <p:ph sz="quarter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506" y="860109"/>
            <a:ext cx="7781836" cy="3267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9FF38561-206E-E0DF-27B5-722A1C8F3F25}"/>
              </a:ext>
            </a:extLst>
          </p:cNvPr>
          <p:cNvSpPr txBox="1"/>
          <p:nvPr/>
        </p:nvSpPr>
        <p:spPr>
          <a:xfrm>
            <a:off x="6383098" y="4307113"/>
            <a:ext cx="4896326" cy="1869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lang="pl-PL" sz="1050" b="1" dirty="0">
                <a:solidFill>
                  <a:srgbClr val="424242"/>
                </a:solidFill>
              </a:rPr>
              <a:t>Gałąź (</a:t>
            </a:r>
            <a:r>
              <a:rPr lang="pl-PL" sz="1050" b="1" dirty="0" err="1">
                <a:solidFill>
                  <a:srgbClr val="424242"/>
                </a:solidFill>
              </a:rPr>
              <a:t>branch</a:t>
            </a:r>
            <a:r>
              <a:rPr lang="pl-PL" sz="1050" b="1" dirty="0">
                <a:solidFill>
                  <a:srgbClr val="424242"/>
                </a:solidFill>
              </a:rPr>
              <a:t>) </a:t>
            </a:r>
            <a:r>
              <a:rPr lang="pl-PL" sz="1050" dirty="0">
                <a:solidFill>
                  <a:srgbClr val="424242"/>
                </a:solidFill>
              </a:rPr>
              <a:t>– równoległa ścieżka modyfikacji repozytorium, która umożliwia w izolowany sposób wytwarzanie i testowanie kodu, bez ryzyka utraty danych głównej wersji repozytorium;</a:t>
            </a:r>
          </a:p>
          <a:p>
            <a:r>
              <a:rPr lang="pl-PL" sz="1050" b="1" dirty="0" err="1">
                <a:solidFill>
                  <a:srgbClr val="424242"/>
                </a:solidFill>
              </a:rPr>
              <a:t>Commit</a:t>
            </a:r>
            <a:r>
              <a:rPr lang="pl-PL" sz="1050" dirty="0">
                <a:solidFill>
                  <a:srgbClr val="424242"/>
                </a:solidFill>
              </a:rPr>
              <a:t> - zapisanie zmian wprowadzonych w plikach projektu; reprezentuje punkt kontrolny w historii projektu, do którego można powrócić, jeśli potrzeba przywrócić wcześniejsze wersje plików;</a:t>
            </a:r>
          </a:p>
          <a:p>
            <a:r>
              <a:rPr lang="pl-PL" sz="1050" b="1" dirty="0" err="1">
                <a:solidFill>
                  <a:srgbClr val="424242"/>
                </a:solidFill>
              </a:rPr>
              <a:t>Merge</a:t>
            </a:r>
            <a:r>
              <a:rPr lang="pl-PL" sz="1050" dirty="0">
                <a:solidFill>
                  <a:srgbClr val="424242"/>
                </a:solidFill>
              </a:rPr>
              <a:t> – opcja łączenia 2 gałęzi – połączenie zmian</a:t>
            </a:r>
          </a:p>
          <a:p>
            <a:r>
              <a:rPr lang="pl-PL" sz="1050" b="1" dirty="0">
                <a:solidFill>
                  <a:srgbClr val="424242"/>
                </a:solidFill>
              </a:rPr>
              <a:t>Konflikt</a:t>
            </a:r>
            <a:r>
              <a:rPr lang="pl-PL" sz="1050" dirty="0">
                <a:solidFill>
                  <a:srgbClr val="424242"/>
                </a:solidFill>
              </a:rPr>
              <a:t> – sytuacja, gdy dwie gałęzie, które mają być połączone, zawierają sprzeczne zmiany w tych samych plikach lub fragmentach kodu</a:t>
            </a:r>
          </a:p>
          <a:p>
            <a:r>
              <a:rPr lang="pl-PL" sz="1050" b="1" dirty="0">
                <a:solidFill>
                  <a:srgbClr val="424242"/>
                </a:solidFill>
              </a:rPr>
              <a:t>.</a:t>
            </a:r>
            <a:r>
              <a:rPr lang="pl-PL" sz="1050" b="1" dirty="0" err="1">
                <a:solidFill>
                  <a:srgbClr val="424242"/>
                </a:solidFill>
              </a:rPr>
              <a:t>gitignore</a:t>
            </a:r>
            <a:r>
              <a:rPr lang="pl-PL" sz="1050" b="1" dirty="0">
                <a:solidFill>
                  <a:srgbClr val="424242"/>
                </a:solidFill>
              </a:rPr>
              <a:t> </a:t>
            </a:r>
            <a:r>
              <a:rPr lang="pl-PL" sz="1050" dirty="0">
                <a:solidFill>
                  <a:srgbClr val="424242"/>
                </a:solidFill>
              </a:rPr>
              <a:t>– lista plików i katalogów, które git ma ignorować – pliki nie będą zapisane w repozytorium ani śledzone</a:t>
            </a: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DF1F3309-BE35-28CA-7FD8-9A75EF6DEE84}"/>
              </a:ext>
            </a:extLst>
          </p:cNvPr>
          <p:cNvSpPr txBox="1"/>
          <p:nvPr/>
        </p:nvSpPr>
        <p:spPr>
          <a:xfrm>
            <a:off x="7673453" y="3488331"/>
            <a:ext cx="41937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800" dirty="0"/>
              <a:t>Źródło: https://medium.com/@jacoblogan98/understanding-git-branching-5d01f3dda541</a:t>
            </a:r>
          </a:p>
        </p:txBody>
      </p:sp>
    </p:spTree>
    <p:extLst>
      <p:ext uri="{BB962C8B-B14F-4D97-AF65-F5344CB8AC3E}">
        <p14:creationId xmlns:p14="http://schemas.microsoft.com/office/powerpoint/2010/main" val="2332285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58EFF61A-F4A2-0F47-5E4C-E00A778CD8EA}"/>
              </a:ext>
            </a:extLst>
          </p:cNvPr>
          <p:cNvSpPr txBox="1">
            <a:spLocks/>
          </p:cNvSpPr>
          <p:nvPr/>
        </p:nvSpPr>
        <p:spPr>
          <a:xfrm>
            <a:off x="479813" y="332082"/>
            <a:ext cx="5400287" cy="719117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Trochę teorii… KOMENDY</a:t>
            </a:r>
          </a:p>
        </p:txBody>
      </p:sp>
      <p:sp>
        <p:nvSpPr>
          <p:cNvPr id="63" name="Rectangle 2">
            <a:extLst>
              <a:ext uri="{FF2B5EF4-FFF2-40B4-BE49-F238E27FC236}">
                <a16:creationId xmlns:a16="http://schemas.microsoft.com/office/drawing/2014/main" id="{8FB5D6C8-8AA8-094D-CE9E-01AB2277C7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813" y="1405762"/>
            <a:ext cx="6292842" cy="380104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tabLst/>
            </a:pPr>
            <a:r>
              <a:rPr lang="pl-PL" altLang="pl-PL" sz="900" b="1" dirty="0">
                <a:solidFill>
                  <a:srgbClr val="424242"/>
                </a:solidFill>
                <a:latin typeface="Arial Unicode MS"/>
                <a:cs typeface="Segoe UI" panose="020B0502040204020203" pitchFamily="34" charset="0"/>
              </a:rPr>
              <a:t>ŚCIĄGA:</a:t>
            </a:r>
            <a:endParaRPr kumimoji="0" lang="pl-PL" altLang="pl-PL" sz="900" b="1" i="0" u="none" strike="noStrike" cap="none" normalizeH="0" baseline="0" dirty="0">
              <a:ln>
                <a:noFill/>
              </a:ln>
              <a:solidFill>
                <a:srgbClr val="424242"/>
              </a:solidFill>
              <a:effectLst/>
              <a:latin typeface="Arial Unicode MS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init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Inicjalizuje nowe repozytorium Git w bieżącym katalogu.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2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clone &lt;URL&gt;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Klonuje zdalne repozytorium do lokalnego katalogu.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3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status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Wyświetla stan lokalnego repozytorium, pokazując pliki zmodyfikowane, dodane, usunięte oraz nieśledzone.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4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add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&lt;plik&gt; (lub .)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Dodaje plik do indeksu, przygotowując go do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commitu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5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-m "Wiadomość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commitu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"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Tworzy nowy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z plikami dodanymi do indeksu, z opisem;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6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log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Pokazuje historię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commitów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wraz z identyfikatorami, autorami i wiadomościami.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7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diff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Wyświetla różnice między plikami roboczymi a ostatnim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commitem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8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checkout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commit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/gałąź&gt;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Przełącza repozytorium na określony </a:t>
            </a:r>
            <a:r>
              <a:rPr kumimoji="0" lang="pl-PL" altLang="pl-PL" sz="900" b="0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commit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lub gałąź.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9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branch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Wyświetla listę gałęzi lokalnego repozytorium oraz wskazuje, która z nich jest aktualnie aktywna.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0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branch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nazwa_gałęzi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Tworzy nową gałąź o podanej nazwie.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1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merge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Łączy zmiany z podanej gałęzi do aktualnie aktywnej gałęzi.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2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remote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Wyświetla listę zdalnych repozytoriów skonfigurowanych dla lokalnego repozytorium.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3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remote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add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&lt;URL&gt;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Dodaje zdalne repozytorium o podanej nazwie i adresie URL.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4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fetch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Pobiera zmiany ze zdalnego repozytorium, ale nie łączy ich z aktualną gałęzią.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5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pull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Pobiera zmiany ze zdalnego repozytorium i łączy je z aktualną gałęzią.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AutoNum type="arabicPeriod" startAt="16"/>
              <a:tabLst/>
            </a:pP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git </a:t>
            </a:r>
            <a:r>
              <a:rPr kumimoji="0" lang="pl-PL" altLang="pl-PL" sz="900" b="1" i="0" u="none" strike="noStrike" cap="none" normalizeH="0" baseline="0" dirty="0" err="1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push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Arial Unicode MS"/>
                <a:cs typeface="Segoe UI" panose="020B0502040204020203" pitchFamily="34" charset="0"/>
              </a:rPr>
              <a:t> &lt;nazwa&gt; &lt;gałąź&gt;</a:t>
            </a:r>
            <a:r>
              <a:rPr kumimoji="0" lang="pl-PL" altLang="pl-PL" sz="900" b="1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  <a:r>
              <a:rPr kumimoji="0" lang="pl-PL" altLang="pl-PL" sz="900" b="0" i="0" u="none" strike="noStrike" cap="none" normalizeH="0" baseline="0" dirty="0">
                <a:ln>
                  <a:noFill/>
                </a:ln>
                <a:solidFill>
                  <a:srgbClr val="424242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Wysyła zmiany z lokalnej gałęzi do zdalnego repozytorium.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1"/>
              <a:tabLst/>
            </a:pPr>
            <a:endParaRPr kumimoji="0" lang="pl-PL" altLang="pl-PL" sz="900" b="0" i="0" u="none" strike="noStrike" cap="none" normalizeH="0" baseline="0" dirty="0">
              <a:ln>
                <a:noFill/>
              </a:ln>
              <a:solidFill>
                <a:srgbClr val="424242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C9E0E12A-30DB-081B-40F3-4CB6B74DD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2655" y="935153"/>
            <a:ext cx="4764322" cy="5297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49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r>
              <a:rPr lang="pl-PL"/>
              <a:t>Czym jest system kontroli GIT i jak wykorzystać go w praktyce?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1069562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Różnice między tworzeniem a klonowaniem repozytorium:</a:t>
            </a:r>
          </a:p>
          <a:p>
            <a:endParaRPr lang="pl-PL" dirty="0"/>
          </a:p>
        </p:txBody>
      </p:sp>
      <p:graphicFrame>
        <p:nvGraphicFramePr>
          <p:cNvPr id="12" name="Tabela 11">
            <a:extLst>
              <a:ext uri="{FF2B5EF4-FFF2-40B4-BE49-F238E27FC236}">
                <a16:creationId xmlns:a16="http://schemas.microsoft.com/office/drawing/2014/main" id="{A0C20FAE-4C68-42E5-93E5-EBB49AAFD9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335453"/>
              </p:ext>
            </p:extLst>
          </p:nvPr>
        </p:nvGraphicFramePr>
        <p:xfrm>
          <a:off x="1719603" y="1887067"/>
          <a:ext cx="8445145" cy="3408680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2683505">
                  <a:extLst>
                    <a:ext uri="{9D8B030D-6E8A-4147-A177-3AD203B41FA5}">
                      <a16:colId xmlns:a16="http://schemas.microsoft.com/office/drawing/2014/main" val="3352906818"/>
                    </a:ext>
                  </a:extLst>
                </a:gridCol>
                <a:gridCol w="2832478">
                  <a:extLst>
                    <a:ext uri="{9D8B030D-6E8A-4147-A177-3AD203B41FA5}">
                      <a16:colId xmlns:a16="http://schemas.microsoft.com/office/drawing/2014/main" val="3268666677"/>
                    </a:ext>
                  </a:extLst>
                </a:gridCol>
                <a:gridCol w="2929162">
                  <a:extLst>
                    <a:ext uri="{9D8B030D-6E8A-4147-A177-3AD203B41FA5}">
                      <a16:colId xmlns:a16="http://schemas.microsoft.com/office/drawing/2014/main" val="3368282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>
                          <a:effectLst/>
                        </a:rPr>
                        <a:t>Tworzenie własnego repozytorium</a:t>
                      </a:r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b="1" dirty="0">
                          <a:effectLst/>
                        </a:rPr>
                        <a:t>Klonowanie repozytorium</a:t>
                      </a:r>
                      <a:endParaRPr lang="pl-PL" dirty="0"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19021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Polecenie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git init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git clone &lt;URL&gt;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983941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Początkowy stan repozytorium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Puste repozytorium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Kopia istniejącego repozytorium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6661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Zawartość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Brak plików, brak historii commitów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Wszystkie pliki, historia </a:t>
                      </a:r>
                      <a:r>
                        <a:rPr lang="pl-PL" dirty="0" err="1">
                          <a:effectLst/>
                        </a:rPr>
                        <a:t>commitów</a:t>
                      </a:r>
                      <a:r>
                        <a:rPr lang="pl-PL" dirty="0">
                          <a:effectLst/>
                        </a:rPr>
                        <a:t>, gałęzie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706965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Domyślna gałąź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"master" (lub "</a:t>
                      </a:r>
                      <a:r>
                        <a:rPr lang="pl-PL" dirty="0" err="1">
                          <a:effectLst/>
                        </a:rPr>
                        <a:t>main</a:t>
                      </a:r>
                      <a:r>
                        <a:rPr lang="pl-PL" dirty="0">
                          <a:effectLst/>
                        </a:rPr>
                        <a:t>")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"master" (lub "</a:t>
                      </a:r>
                      <a:r>
                        <a:rPr lang="pl-PL" dirty="0" err="1">
                          <a:effectLst/>
                        </a:rPr>
                        <a:t>main</a:t>
                      </a:r>
                      <a:r>
                        <a:rPr lang="pl-PL" dirty="0">
                          <a:effectLst/>
                        </a:rPr>
                        <a:t>")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4959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Przełączanie gałęzi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Brak innych gałęzi na początku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Wszystkie gałęzie z repozytorium źródłowego, możliwość przełączania za pomocą git checkout &lt;branch&gt;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194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Zastosowanie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Rozpoczęcie nowego projektu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Praca nad istniejącym projektem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99858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b="1">
                          <a:effectLst/>
                        </a:rPr>
                        <a:t>Wymagane kroki po utworzeniu</a:t>
                      </a:r>
                      <a:endParaRPr lang="pl-PL"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>
                          <a:effectLst/>
                        </a:rPr>
                        <a:t>Dodanie plików, pierwszy commit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pl-PL" dirty="0">
                          <a:effectLst/>
                        </a:rPr>
                        <a:t>Bezpośrednia praca nad plikami, możliwość przełączania gałęzi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9194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18833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r>
              <a:rPr lang="pl-PL"/>
              <a:t>Czym jest system kontroli GIT i jak wykorzystać go w praktyce?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468851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F8F972A0-5756-F4F3-003F-A1C539149C35}"/>
              </a:ext>
            </a:extLst>
          </p:cNvPr>
          <p:cNvSpPr/>
          <p:nvPr/>
        </p:nvSpPr>
        <p:spPr>
          <a:xfrm>
            <a:off x="931492" y="1461331"/>
            <a:ext cx="4418175" cy="1529697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r>
              <a:rPr lang="pl-PL"/>
              <a:t>Czym jest system kontroli GIT i jak wykorzystać go w praktyce?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3" name="Strzałka: w prawo 2">
            <a:extLst>
              <a:ext uri="{FF2B5EF4-FFF2-40B4-BE49-F238E27FC236}">
                <a16:creationId xmlns:a16="http://schemas.microsoft.com/office/drawing/2014/main" id="{F6CED2DC-B950-8BC2-668D-DB9DA7A1A144}"/>
              </a:ext>
            </a:extLst>
          </p:cNvPr>
          <p:cNvSpPr/>
          <p:nvPr/>
        </p:nvSpPr>
        <p:spPr>
          <a:xfrm>
            <a:off x="5524856" y="2003988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BD035B4-B9E9-FD47-EFED-67F09F9F09DB}"/>
              </a:ext>
            </a:extLst>
          </p:cNvPr>
          <p:cNvSpPr txBox="1"/>
          <p:nvPr/>
        </p:nvSpPr>
        <p:spPr>
          <a:xfrm>
            <a:off x="6622992" y="1726026"/>
            <a:ext cx="4637516" cy="1184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Porównanie na poziomie linii tekstu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dirty="0">
                <a:solidFill>
                  <a:schemeClr val="accent2"/>
                </a:solidFill>
                <a:latin typeface="Arial" panose="020B0604020202020204" pitchFamily="34" charset="0"/>
              </a:rPr>
              <a:t>Możliwe a</a:t>
            </a: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utomatyczne rozwiązywanie konfliktów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Czytelna historia zmian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"/>
            </a:pPr>
            <a:r>
              <a:rPr lang="pl-PL" sz="1400" b="1" dirty="0">
                <a:solidFill>
                  <a:schemeClr val="accent2"/>
                </a:solidFill>
                <a:latin typeface="Arial" panose="020B0604020202020204" pitchFamily="34" charset="0"/>
              </a:rPr>
              <a:t>Mały rozmiar zmian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0589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stokąt 1">
            <a:extLst>
              <a:ext uri="{FF2B5EF4-FFF2-40B4-BE49-F238E27FC236}">
                <a16:creationId xmlns:a16="http://schemas.microsoft.com/office/drawing/2014/main" id="{F8F972A0-5756-F4F3-003F-A1C539149C35}"/>
              </a:ext>
            </a:extLst>
          </p:cNvPr>
          <p:cNvSpPr/>
          <p:nvPr/>
        </p:nvSpPr>
        <p:spPr>
          <a:xfrm>
            <a:off x="931491" y="2948299"/>
            <a:ext cx="4418176" cy="198262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424" y="319573"/>
            <a:ext cx="9503975" cy="900000"/>
          </a:xfrm>
        </p:spPr>
        <p:txBody>
          <a:bodyPr anchor="t">
            <a:normAutofit/>
          </a:bodyPr>
          <a:lstStyle/>
          <a:p>
            <a:r>
              <a:rPr lang="pl-PL" dirty="0"/>
              <a:t>Tworzenie a klonowanie repozytorium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 anchor="t">
            <a:normAutofit/>
          </a:bodyPr>
          <a:lstStyle/>
          <a:p>
            <a:pPr>
              <a:spcAft>
                <a:spcPts val="600"/>
              </a:spcAft>
            </a:pPr>
            <a:r>
              <a:rPr lang="pl-PL"/>
              <a:t>Czym jest system kontroli GIT i jak wykorzystać go w praktyce?</a:t>
            </a:r>
          </a:p>
        </p:txBody>
      </p:sp>
      <p:sp>
        <p:nvSpPr>
          <p:cNvPr id="8" name="Tytuł 329">
            <a:extLst>
              <a:ext uri="{FF2B5EF4-FFF2-40B4-BE49-F238E27FC236}">
                <a16:creationId xmlns:a16="http://schemas.microsoft.com/office/drawing/2014/main" id="{4F3931DF-EC95-8916-2AF2-7C5963F03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950" y="1119498"/>
            <a:ext cx="5982056" cy="4919127"/>
          </a:xfrm>
        </p:spPr>
        <p:txBody>
          <a:bodyPr/>
          <a:lstStyle/>
          <a:p>
            <a:pPr marL="0" indent="0">
              <a:buNone/>
            </a:pPr>
            <a:r>
              <a:rPr lang="pl-PL" dirty="0"/>
              <a:t>Jakie pliki można umieszczać w repozytorium? …wszystkie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tekstowe: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Kod źródłowy, np. .</a:t>
            </a:r>
            <a:r>
              <a:rPr lang="pl-PL" sz="1100" dirty="0" err="1"/>
              <a:t>py</a:t>
            </a:r>
            <a:r>
              <a:rPr lang="pl-PL" sz="1100" dirty="0"/>
              <a:t>, .</a:t>
            </a:r>
            <a:r>
              <a:rPr lang="pl-PL" sz="1100" dirty="0" err="1"/>
              <a:t>java</a:t>
            </a:r>
            <a:r>
              <a:rPr lang="pl-PL" sz="1100" dirty="0"/>
              <a:t>, .</a:t>
            </a:r>
            <a:r>
              <a:rPr lang="pl-PL" sz="1100" dirty="0" err="1"/>
              <a:t>cpp</a:t>
            </a:r>
            <a:r>
              <a:rPr lang="pl-PL" sz="1100" dirty="0"/>
              <a:t>, .</a:t>
            </a:r>
            <a:r>
              <a:rPr lang="pl-PL" sz="1100" dirty="0" err="1"/>
              <a:t>js</a:t>
            </a:r>
            <a:r>
              <a:rPr lang="pl-PL" sz="1100" dirty="0"/>
              <a:t>, .</a:t>
            </a:r>
            <a:r>
              <a:rPr lang="pl-PL" sz="1100" dirty="0" err="1"/>
              <a:t>html</a:t>
            </a:r>
            <a:r>
              <a:rPr lang="pl-PL" sz="1100" dirty="0"/>
              <a:t>, .</a:t>
            </a:r>
            <a:r>
              <a:rPr lang="pl-PL" sz="1100" dirty="0" err="1"/>
              <a:t>css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konfiguracyjne, np. .</a:t>
            </a:r>
            <a:r>
              <a:rPr lang="pl-PL" sz="1100" dirty="0" err="1"/>
              <a:t>xml</a:t>
            </a:r>
            <a:r>
              <a:rPr lang="pl-PL" sz="1100" dirty="0"/>
              <a:t>, .</a:t>
            </a:r>
            <a:r>
              <a:rPr lang="pl-PL" sz="1100" dirty="0" err="1"/>
              <a:t>json</a:t>
            </a:r>
            <a:r>
              <a:rPr lang="pl-PL" sz="1100" dirty="0"/>
              <a:t>, .</a:t>
            </a:r>
            <a:r>
              <a:rPr lang="pl-PL" sz="1100" dirty="0" err="1"/>
              <a:t>yaml</a:t>
            </a:r>
            <a:r>
              <a:rPr lang="pl-PL" sz="1100" dirty="0"/>
              <a:t>, .ini, .</a:t>
            </a:r>
            <a:r>
              <a:rPr lang="pl-PL" sz="1100" dirty="0" err="1"/>
              <a:t>sh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z zapytaniami SQL, np. .</a:t>
            </a:r>
            <a:r>
              <a:rPr lang="pl-PL" sz="1100" dirty="0" err="1"/>
              <a:t>sql</a:t>
            </a:r>
            <a:r>
              <a:rPr lang="pl-PL" sz="1100" dirty="0"/>
              <a:t>,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danych: Pliki z danymi (np. .</a:t>
            </a:r>
            <a:r>
              <a:rPr lang="pl-PL" sz="1100" dirty="0" err="1"/>
              <a:t>csv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dokumentacyjne i notatki, np. .md, .txt,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binarne: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graficzne (np. .</a:t>
            </a:r>
            <a:r>
              <a:rPr lang="pl-PL" sz="1100" dirty="0" err="1"/>
              <a:t>png</a:t>
            </a:r>
            <a:r>
              <a:rPr lang="pl-PL" sz="1100" dirty="0"/>
              <a:t>, .jpg, .gif, .</a:t>
            </a:r>
            <a:r>
              <a:rPr lang="pl-PL" sz="1100" dirty="0" err="1"/>
              <a:t>svg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audio i wideo (np. .mp3, .</a:t>
            </a:r>
            <a:r>
              <a:rPr lang="pl-PL" sz="1100" dirty="0" err="1"/>
              <a:t>wav</a:t>
            </a:r>
            <a:r>
              <a:rPr lang="pl-PL" sz="1100" dirty="0"/>
              <a:t>, .mp4).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Dokumenty MS Office (np. .</a:t>
            </a:r>
            <a:r>
              <a:rPr lang="pl-PL" sz="1100" dirty="0" err="1"/>
              <a:t>docx</a:t>
            </a:r>
            <a:r>
              <a:rPr lang="pl-PL" sz="1100" dirty="0"/>
              <a:t>, .</a:t>
            </a:r>
            <a:r>
              <a:rPr lang="pl-PL" sz="1100" dirty="0" err="1"/>
              <a:t>xlsx</a:t>
            </a:r>
            <a:r>
              <a:rPr lang="pl-PL" sz="1100" dirty="0"/>
              <a:t>, .</a:t>
            </a:r>
            <a:r>
              <a:rPr lang="pl-PL" sz="1100" dirty="0" err="1"/>
              <a:t>pptx</a:t>
            </a:r>
            <a:r>
              <a:rPr lang="pl-PL" sz="1100" dirty="0"/>
              <a:t>, .xls, .</a:t>
            </a:r>
            <a:r>
              <a:rPr lang="pl-PL" sz="1100" dirty="0" err="1"/>
              <a:t>ppt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Kompilowane pliki wykonywalne (np. .exe, .</a:t>
            </a:r>
            <a:r>
              <a:rPr lang="pl-PL" sz="1100" dirty="0" err="1"/>
              <a:t>dll</a:t>
            </a:r>
            <a:r>
              <a:rPr lang="pl-PL" sz="1100" dirty="0"/>
              <a:t>).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bibliotek (np. .jar, .</a:t>
            </a:r>
            <a:r>
              <a:rPr lang="pl-PL" sz="1100" dirty="0" err="1"/>
              <a:t>so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archiwalne:</a:t>
            </a:r>
          </a:p>
          <a:p>
            <a:pPr lvl="1">
              <a:lnSpc>
                <a:spcPct val="100000"/>
              </a:lnSpc>
              <a:spcAft>
                <a:spcPts val="600"/>
              </a:spcAft>
            </a:pPr>
            <a:r>
              <a:rPr lang="pl-PL" sz="1100" dirty="0"/>
              <a:t>Pliki archiwalne i kompresowane (np. .zip, .tar.gz, .</a:t>
            </a:r>
            <a:r>
              <a:rPr lang="pl-PL" sz="1100" dirty="0" err="1"/>
              <a:t>rar</a:t>
            </a:r>
            <a:r>
              <a:rPr lang="pl-PL" sz="1100" dirty="0"/>
              <a:t>).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pl-PL" sz="1100" b="1" dirty="0"/>
              <a:t>Pliki specyficzne </a:t>
            </a:r>
            <a:r>
              <a:rPr lang="pl-PL" sz="1100" dirty="0"/>
              <a:t>dla zintegrowanych środowisk programistycznych (np. .</a:t>
            </a:r>
            <a:r>
              <a:rPr lang="pl-PL" sz="1100" dirty="0" err="1"/>
              <a:t>project</a:t>
            </a:r>
            <a:r>
              <a:rPr lang="pl-PL" sz="1100" dirty="0"/>
              <a:t>, .</a:t>
            </a:r>
            <a:r>
              <a:rPr lang="pl-PL" sz="1100" dirty="0" err="1"/>
              <a:t>sln</a:t>
            </a:r>
            <a:r>
              <a:rPr lang="pl-PL" sz="1100" dirty="0"/>
              <a:t>).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BD035B4-B9E9-FD47-EFED-67F09F9F09DB}"/>
              </a:ext>
            </a:extLst>
          </p:cNvPr>
          <p:cNvSpPr txBox="1"/>
          <p:nvPr/>
        </p:nvSpPr>
        <p:spPr>
          <a:xfrm>
            <a:off x="6665721" y="3239418"/>
            <a:ext cx="4707708" cy="14003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Brak porównania na poziomie zawartości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Ręczne rozwiązywanie konfliktów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Nieczytelna historia zmian, jedynie informacja o zmianie</a:t>
            </a:r>
          </a:p>
          <a:p>
            <a:pPr marL="285750" indent="-285750" algn="l" rtl="0" eaLnBrk="1" fontAlgn="ctr" latinLnBrk="0" hangingPunct="1"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"/>
            </a:pPr>
            <a:r>
              <a:rPr lang="pl-PL" sz="1400" b="1" i="0" u="none" strike="noStrike" kern="1200" dirty="0"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Duży rozmiar zmian = duże repozytorium</a:t>
            </a:r>
            <a:endParaRPr lang="pl-PL" sz="1400" b="1" i="0" u="none" strike="noStrike" dirty="0">
              <a:solidFill>
                <a:schemeClr val="accent2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Strzałka: w prawo 4">
            <a:extLst>
              <a:ext uri="{FF2B5EF4-FFF2-40B4-BE49-F238E27FC236}">
                <a16:creationId xmlns:a16="http://schemas.microsoft.com/office/drawing/2014/main" id="{CF2F6395-2AC9-2ED4-6B8E-38F58ED27A4F}"/>
              </a:ext>
            </a:extLst>
          </p:cNvPr>
          <p:cNvSpPr/>
          <p:nvPr/>
        </p:nvSpPr>
        <p:spPr>
          <a:xfrm>
            <a:off x="5446520" y="3717420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55186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/>
              <a:t>GIT BASH</a:t>
            </a:r>
          </a:p>
          <a:p>
            <a:pPr marL="0" indent="0">
              <a:buNone/>
            </a:pPr>
            <a:endParaRPr lang="pl-PL" dirty="0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DE8969C-A111-3437-0F4B-E0F1BE2C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E4852026-914B-76BD-98B1-64D0EEAC5B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017" y="1804761"/>
            <a:ext cx="2514951" cy="3248478"/>
          </a:xfrm>
          <a:prstGeom prst="rect">
            <a:avLst/>
          </a:prstGeom>
        </p:spPr>
      </p:pic>
      <p:sp>
        <p:nvSpPr>
          <p:cNvPr id="7" name="Prostokąt 6">
            <a:extLst>
              <a:ext uri="{FF2B5EF4-FFF2-40B4-BE49-F238E27FC236}">
                <a16:creationId xmlns:a16="http://schemas.microsoft.com/office/drawing/2014/main" id="{DE34ECEE-019A-3E6F-F444-773A953512A6}"/>
              </a:ext>
            </a:extLst>
          </p:cNvPr>
          <p:cNvSpPr/>
          <p:nvPr/>
        </p:nvSpPr>
        <p:spPr>
          <a:xfrm>
            <a:off x="1743342" y="3888336"/>
            <a:ext cx="2666288" cy="256374"/>
          </a:xfrm>
          <a:prstGeom prst="rect">
            <a:avLst/>
          </a:prstGeom>
          <a:noFill/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Strzałka: w prawo 7">
            <a:extLst>
              <a:ext uri="{FF2B5EF4-FFF2-40B4-BE49-F238E27FC236}">
                <a16:creationId xmlns:a16="http://schemas.microsoft.com/office/drawing/2014/main" id="{3190FA8F-2A55-D654-6B3F-6685A1DD1E69}"/>
              </a:ext>
            </a:extLst>
          </p:cNvPr>
          <p:cNvSpPr/>
          <p:nvPr/>
        </p:nvSpPr>
        <p:spPr>
          <a:xfrm>
            <a:off x="5024067" y="3794332"/>
            <a:ext cx="649480" cy="44438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75E49F97-2FB1-C2DA-3ACD-9484E9695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984" y="2459696"/>
            <a:ext cx="4814295" cy="3105467"/>
          </a:xfrm>
          <a:prstGeom prst="rect">
            <a:avLst/>
          </a:prstGeom>
        </p:spPr>
      </p:pic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</p:spTree>
    <p:extLst>
      <p:ext uri="{BB962C8B-B14F-4D97-AF65-F5344CB8AC3E}">
        <p14:creationId xmlns:p14="http://schemas.microsoft.com/office/powerpoint/2010/main" val="39640728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 err="1"/>
              <a:t>JetBrains</a:t>
            </a:r>
            <a:r>
              <a:rPr lang="pl-PL" sz="1800" b="1" u="sng" dirty="0"/>
              <a:t> </a:t>
            </a:r>
            <a:r>
              <a:rPr lang="pl-PL" sz="1800" b="1" u="sng" dirty="0" err="1"/>
              <a:t>PyCharm</a:t>
            </a:r>
            <a:endParaRPr lang="pl-PL" sz="1800" b="1" u="sng" dirty="0"/>
          </a:p>
          <a:p>
            <a:pPr marL="0" indent="0">
              <a:buNone/>
            </a:pPr>
            <a:endParaRPr lang="pl-PL" dirty="0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DE8969C-A111-3437-0F4B-E0F1BE2C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</p:spTree>
    <p:extLst>
      <p:ext uri="{BB962C8B-B14F-4D97-AF65-F5344CB8AC3E}">
        <p14:creationId xmlns:p14="http://schemas.microsoft.com/office/powerpoint/2010/main" val="116918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12078D5-85C7-FBF6-8AFA-127E3876B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9721" y="965675"/>
            <a:ext cx="10622126" cy="5343049"/>
          </a:xfrm>
        </p:spPr>
        <p:txBody>
          <a:bodyPr/>
          <a:lstStyle/>
          <a:p>
            <a:pPr marL="0" indent="0">
              <a:buNone/>
            </a:pPr>
            <a:r>
              <a:rPr lang="pl-PL" sz="1800" b="1" u="sng" dirty="0"/>
              <a:t>MS Visual Studio </a:t>
            </a:r>
            <a:r>
              <a:rPr lang="pl-PL" sz="1800" b="1" u="sng" dirty="0" err="1"/>
              <a:t>Code</a:t>
            </a:r>
            <a:endParaRPr lang="pl-PL" sz="1800" b="1" u="sng" dirty="0"/>
          </a:p>
          <a:p>
            <a:pPr marL="0" indent="0">
              <a:buNone/>
            </a:pPr>
            <a:endParaRPr lang="pl-PL" dirty="0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DE8969C-A111-3437-0F4B-E0F1BE2C7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11" name="Tytuł 329">
            <a:extLst>
              <a:ext uri="{FF2B5EF4-FFF2-40B4-BE49-F238E27FC236}">
                <a16:creationId xmlns:a16="http://schemas.microsoft.com/office/drawing/2014/main" id="{8B715464-A95A-E481-0233-34EFACB7180B}"/>
              </a:ext>
            </a:extLst>
          </p:cNvPr>
          <p:cNvSpPr txBox="1">
            <a:spLocks/>
          </p:cNvSpPr>
          <p:nvPr/>
        </p:nvSpPr>
        <p:spPr>
          <a:xfrm>
            <a:off x="479424" y="319573"/>
            <a:ext cx="9503975" cy="90000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b="1" kern="1200" cap="none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dirty="0"/>
              <a:t>Przydatne narzędzia</a:t>
            </a:r>
          </a:p>
        </p:txBody>
      </p:sp>
    </p:spTree>
    <p:extLst>
      <p:ext uri="{BB962C8B-B14F-4D97-AF65-F5344CB8AC3E}">
        <p14:creationId xmlns:p14="http://schemas.microsoft.com/office/powerpoint/2010/main" val="22550293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4" cy="719117"/>
          </a:xfrm>
        </p:spPr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4" y="152083"/>
            <a:ext cx="9504363" cy="180000"/>
          </a:xfrm>
        </p:spPr>
        <p:txBody>
          <a:bodyPr/>
          <a:lstStyle/>
          <a:p>
            <a:r>
              <a:rPr lang="pl-PL" dirty="0"/>
              <a:t>Przykłady układów z fotkami</a:t>
            </a:r>
          </a:p>
        </p:txBody>
      </p:sp>
      <p:sp>
        <p:nvSpPr>
          <p:cNvPr id="334" name="Symbol zastępczy zawartości 333">
            <a:extLst>
              <a:ext uri="{FF2B5EF4-FFF2-40B4-BE49-F238E27FC236}">
                <a16:creationId xmlns:a16="http://schemas.microsoft.com/office/drawing/2014/main" id="{08026FC3-2C56-4D47-8F98-A00A5144A6A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311902" y="1395151"/>
            <a:ext cx="4967522" cy="4481774"/>
          </a:xfrm>
        </p:spPr>
        <p:txBody>
          <a:bodyPr/>
          <a:lstStyle/>
          <a:p>
            <a:r>
              <a:rPr lang="pl-PL" dirty="0" err="1"/>
              <a:t>Lorem</a:t>
            </a:r>
            <a:r>
              <a:rPr lang="pl-PL" dirty="0"/>
              <a:t> </a:t>
            </a:r>
            <a:r>
              <a:rPr lang="pl-PL" dirty="0" err="1"/>
              <a:t>ipsum</a:t>
            </a:r>
            <a:r>
              <a:rPr lang="pl-PL" dirty="0"/>
              <a:t> </a:t>
            </a:r>
            <a:r>
              <a:rPr lang="pl-PL" dirty="0" err="1"/>
              <a:t>dolor</a:t>
            </a:r>
            <a:r>
              <a:rPr lang="pl-PL" dirty="0"/>
              <a:t> sit </a:t>
            </a:r>
            <a:r>
              <a:rPr lang="pl-PL" dirty="0" err="1"/>
              <a:t>amet</a:t>
            </a:r>
            <a:r>
              <a:rPr lang="pl-PL" dirty="0"/>
              <a:t>,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adipiscing</a:t>
            </a:r>
            <a:r>
              <a:rPr lang="pl-PL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</p:txBody>
      </p:sp>
      <p:pic>
        <p:nvPicPr>
          <p:cNvPr id="7" name="Symbol zastępczy obrazu 6" descr="Obraz zawierający tekst&#10;&#10;Opis wygenerowany automatycznie">
            <a:extLst>
              <a:ext uri="{FF2B5EF4-FFF2-40B4-BE49-F238E27FC236}">
                <a16:creationId xmlns:a16="http://schemas.microsoft.com/office/drawing/2014/main" id="{EE1933C3-415B-4F18-B504-BCF6FC718002}"/>
              </a:ext>
            </a:extLst>
          </p:cNvPr>
          <p:cNvPicPr>
            <a:picLocks noGrp="1" noChangeAspect="1"/>
          </p:cNvPicPr>
          <p:nvPr>
            <p:ph type="pic" sz="quarter" idx="16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88" b="1758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70355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ymbol zastępczy obrazu 6" descr="Obraz zawierający niebo, zewnętrzne, budynek, zamek&#10;&#10;Opis wygenerowany automatycznie">
            <a:extLst>
              <a:ext uri="{FF2B5EF4-FFF2-40B4-BE49-F238E27FC236}">
                <a16:creationId xmlns:a16="http://schemas.microsoft.com/office/drawing/2014/main" id="{6EC5E755-4344-4F6A-AC38-C94940982259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7" b="780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5" name="Symbol zastępczy obrazu 4">
            <a:extLst>
              <a:ext uri="{FF2B5EF4-FFF2-40B4-BE49-F238E27FC236}">
                <a16:creationId xmlns:a16="http://schemas.microsoft.com/office/drawing/2014/main" id="{CC59E16C-1F80-41A4-BD23-413906BD1FC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8161467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9FDF1C35-1226-4D7C-A21D-9477EA63FB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Tytuł 2">
            <a:extLst>
              <a:ext uri="{FF2B5EF4-FFF2-40B4-BE49-F238E27FC236}">
                <a16:creationId xmlns:a16="http://schemas.microsoft.com/office/drawing/2014/main" id="{C3DB30F1-018E-4316-B8CC-A72473BE8C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09570809-A027-4E4A-93BD-0B7F18432C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Przykłady układów </a:t>
            </a:r>
            <a:br>
              <a:rPr lang="pl-PL" dirty="0"/>
            </a:br>
            <a:r>
              <a:rPr lang="pl-PL" dirty="0"/>
              <a:t>z wykresami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6ACC46-C7F9-4366-980F-77C0786E4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tekstu 5">
            <a:extLst>
              <a:ext uri="{FF2B5EF4-FFF2-40B4-BE49-F238E27FC236}">
                <a16:creationId xmlns:a16="http://schemas.microsoft.com/office/drawing/2014/main" id="{63E54517-83DA-48C9-BCF3-5D9B081C3E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54391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/>
              <a:t>Tytuł slajdu </a:t>
            </a:r>
            <a:br>
              <a:rPr lang="pl-PL"/>
            </a:br>
            <a:r>
              <a:rPr lang="pl-PL"/>
              <a:t>w max 2 liniach </a:t>
            </a:r>
            <a:endParaRPr lang="pl-PL" dirty="0"/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3976" cy="180000"/>
          </a:xfrm>
        </p:spPr>
        <p:txBody>
          <a:bodyPr/>
          <a:lstStyle/>
          <a:p>
            <a:r>
              <a:rPr lang="pl-PL" dirty="0"/>
              <a:t>Przykłady układów z wykresami</a:t>
            </a:r>
          </a:p>
        </p:txBody>
      </p:sp>
      <p:graphicFrame>
        <p:nvGraphicFramePr>
          <p:cNvPr id="4" name="Symbol zastępczy zawartości 3">
            <a:extLst>
              <a:ext uri="{FF2B5EF4-FFF2-40B4-BE49-F238E27FC236}">
                <a16:creationId xmlns:a16="http://schemas.microsoft.com/office/drawing/2014/main" id="{E46AFBE1-93FF-4209-9A0D-9B9296B259DB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911225" y="1390650"/>
          <a:ext cx="10369550" cy="4486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461602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/>
          <a:lstStyle/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/>
          <a:lstStyle/>
          <a:p>
            <a:r>
              <a:rPr lang="pl-PL" dirty="0"/>
              <a:t>Przykłady układów z wykresami</a:t>
            </a:r>
          </a:p>
        </p:txBody>
      </p:sp>
      <p:sp>
        <p:nvSpPr>
          <p:cNvPr id="334" name="Symbol zastępczy zawartości 333">
            <a:extLst>
              <a:ext uri="{FF2B5EF4-FFF2-40B4-BE49-F238E27FC236}">
                <a16:creationId xmlns:a16="http://schemas.microsoft.com/office/drawing/2014/main" id="{08026FC3-2C56-4D47-8F98-A00A5144A6A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27931" y="1392963"/>
            <a:ext cx="5183916" cy="4486038"/>
          </a:xfrm>
        </p:spPr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</p:txBody>
      </p:sp>
      <p:graphicFrame>
        <p:nvGraphicFramePr>
          <p:cNvPr id="6" name="Symbol zastępczy zawartości 5">
            <a:extLst>
              <a:ext uri="{FF2B5EF4-FFF2-40B4-BE49-F238E27FC236}">
                <a16:creationId xmlns:a16="http://schemas.microsoft.com/office/drawing/2014/main" id="{EF61E3CC-5970-493C-9457-C43D403ED7F0}"/>
              </a:ext>
            </a:extLst>
          </p:cNvPr>
          <p:cNvGraphicFramePr>
            <a:graphicFrameLocks noGrp="1"/>
          </p:cNvGraphicFramePr>
          <p:nvPr>
            <p:ph sz="quarter" idx="15"/>
          </p:nvPr>
        </p:nvGraphicFramePr>
        <p:xfrm>
          <a:off x="914400" y="1484313"/>
          <a:ext cx="4751388" cy="4394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535195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/>
          <a:lstStyle/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/>
          <a:lstStyle/>
          <a:p>
            <a:r>
              <a:rPr lang="pl-PL" dirty="0"/>
              <a:t>Przykłady układów z wykresami</a:t>
            </a:r>
          </a:p>
        </p:txBody>
      </p:sp>
      <p:graphicFrame>
        <p:nvGraphicFramePr>
          <p:cNvPr id="12" name="Symbol zastępczy zawartości 11">
            <a:extLst>
              <a:ext uri="{FF2B5EF4-FFF2-40B4-BE49-F238E27FC236}">
                <a16:creationId xmlns:a16="http://schemas.microsoft.com/office/drawing/2014/main" id="{0DC0C044-E4AB-41B3-80C8-FE2F4C242567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527800" y="1392238"/>
          <a:ext cx="4752975" cy="4486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33708DCC-97BA-4598-B6B0-180A7B8FDF8E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836659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129788E-C485-4D6E-910E-EDC9C4D06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2EFA499-80F1-46B0-971C-6989DA29A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98B004A-F2F9-41C1-8944-09E10FD9C0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/>
          <a:lstStyle/>
          <a:p>
            <a:r>
              <a:rPr lang="pl-PL" dirty="0"/>
              <a:t>Przykłady układów z wykresami</a:t>
            </a:r>
          </a:p>
        </p:txBody>
      </p:sp>
      <p:graphicFrame>
        <p:nvGraphicFramePr>
          <p:cNvPr id="10" name="Symbol zastępczy zawartości 9">
            <a:extLst>
              <a:ext uri="{FF2B5EF4-FFF2-40B4-BE49-F238E27FC236}">
                <a16:creationId xmlns:a16="http://schemas.microsoft.com/office/drawing/2014/main" id="{F6639A0B-EA6F-44E7-A7E0-FB201D274642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700088" y="1182688"/>
          <a:ext cx="3168650" cy="4908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6" name="Symbol zastępczy zawartości 15">
            <a:extLst>
              <a:ext uri="{FF2B5EF4-FFF2-40B4-BE49-F238E27FC236}">
                <a16:creationId xmlns:a16="http://schemas.microsoft.com/office/drawing/2014/main" id="{0B8D57A5-98CF-4E8A-B3C8-A7D7271C5522}"/>
              </a:ext>
            </a:extLst>
          </p:cNvPr>
          <p:cNvGraphicFramePr>
            <a:graphicFrameLocks noGrp="1"/>
          </p:cNvGraphicFramePr>
          <p:nvPr>
            <p:ph sz="quarter" idx="15"/>
          </p:nvPr>
        </p:nvGraphicFramePr>
        <p:xfrm>
          <a:off x="8329613" y="1182688"/>
          <a:ext cx="3167062" cy="49101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Symbol zastępczy zawartości 12">
            <a:extLst>
              <a:ext uri="{FF2B5EF4-FFF2-40B4-BE49-F238E27FC236}">
                <a16:creationId xmlns:a16="http://schemas.microsoft.com/office/drawing/2014/main" id="{A786C357-97F8-4C5A-B082-14B8F37C26EC}"/>
              </a:ext>
            </a:extLst>
          </p:cNvPr>
          <p:cNvGraphicFramePr>
            <a:graphicFrameLocks noGrp="1"/>
          </p:cNvGraphicFramePr>
          <p:nvPr>
            <p:ph sz="quarter" idx="16"/>
          </p:nvPr>
        </p:nvGraphicFramePr>
        <p:xfrm>
          <a:off x="4481513" y="1182688"/>
          <a:ext cx="3168650" cy="49085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952771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C906C8BF-5605-4B0E-A193-9A84D8456D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Tytuł 2">
            <a:extLst>
              <a:ext uri="{FF2B5EF4-FFF2-40B4-BE49-F238E27FC236}">
                <a16:creationId xmlns:a16="http://schemas.microsoft.com/office/drawing/2014/main" id="{058458E4-8878-44AD-B690-09E5B8615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F327D18-6AF8-4C55-8D71-22AB07DDF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Przykłady układów </a:t>
            </a:r>
            <a:br>
              <a:rPr lang="pl-PL" dirty="0"/>
            </a:br>
            <a:r>
              <a:rPr lang="pl-PL" dirty="0"/>
              <a:t>z tabelami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AD1EFB4-1C72-4C69-953A-5E78995F8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tekstu 5">
            <a:extLst>
              <a:ext uri="{FF2B5EF4-FFF2-40B4-BE49-F238E27FC236}">
                <a16:creationId xmlns:a16="http://schemas.microsoft.com/office/drawing/2014/main" id="{28E8BA3D-982F-44CF-BAB0-04ADAAF0E6D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5527021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Tytuł slajdu </a:t>
            </a:r>
            <a:br>
              <a:rPr lang="pl-PL"/>
            </a:br>
            <a:r>
              <a:rPr lang="pl-PL"/>
              <a:t>w max 2 liniach </a:t>
            </a:r>
            <a:endParaRPr lang="pl-PL" dirty="0"/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układów z tabelami</a:t>
            </a:r>
          </a:p>
        </p:txBody>
      </p:sp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33DA9F0C-F213-4FBB-88B0-C71DB5473D60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479425" y="1268413"/>
          <a:ext cx="11233152" cy="370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604736">
                  <a:extLst>
                    <a:ext uri="{9D8B030D-6E8A-4147-A177-3AD203B41FA5}">
                      <a16:colId xmlns:a16="http://schemas.microsoft.com/office/drawing/2014/main" val="2968224111"/>
                    </a:ext>
                  </a:extLst>
                </a:gridCol>
                <a:gridCol w="1604736">
                  <a:extLst>
                    <a:ext uri="{9D8B030D-6E8A-4147-A177-3AD203B41FA5}">
                      <a16:colId xmlns:a16="http://schemas.microsoft.com/office/drawing/2014/main" val="687002851"/>
                    </a:ext>
                  </a:extLst>
                </a:gridCol>
                <a:gridCol w="1604736">
                  <a:extLst>
                    <a:ext uri="{9D8B030D-6E8A-4147-A177-3AD203B41FA5}">
                      <a16:colId xmlns:a16="http://schemas.microsoft.com/office/drawing/2014/main" val="1242087492"/>
                    </a:ext>
                  </a:extLst>
                </a:gridCol>
                <a:gridCol w="1604736">
                  <a:extLst>
                    <a:ext uri="{9D8B030D-6E8A-4147-A177-3AD203B41FA5}">
                      <a16:colId xmlns:a16="http://schemas.microsoft.com/office/drawing/2014/main" val="1272576270"/>
                    </a:ext>
                  </a:extLst>
                </a:gridCol>
                <a:gridCol w="1604736">
                  <a:extLst>
                    <a:ext uri="{9D8B030D-6E8A-4147-A177-3AD203B41FA5}">
                      <a16:colId xmlns:a16="http://schemas.microsoft.com/office/drawing/2014/main" val="1697676912"/>
                    </a:ext>
                  </a:extLst>
                </a:gridCol>
                <a:gridCol w="1604736">
                  <a:extLst>
                    <a:ext uri="{9D8B030D-6E8A-4147-A177-3AD203B41FA5}">
                      <a16:colId xmlns:a16="http://schemas.microsoft.com/office/drawing/2014/main" val="1225590679"/>
                    </a:ext>
                  </a:extLst>
                </a:gridCol>
                <a:gridCol w="1604736">
                  <a:extLst>
                    <a:ext uri="{9D8B030D-6E8A-4147-A177-3AD203B41FA5}">
                      <a16:colId xmlns:a16="http://schemas.microsoft.com/office/drawing/2014/main" val="33687188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30151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5224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4813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9614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1818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0709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4962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5876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8476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5970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911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/>
          <a:lstStyle/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/>
          <a:lstStyle/>
          <a:p>
            <a:r>
              <a:rPr lang="pl-PL" dirty="0"/>
              <a:t>Przykłady układów z tabelami</a:t>
            </a:r>
          </a:p>
        </p:txBody>
      </p:sp>
      <p:sp>
        <p:nvSpPr>
          <p:cNvPr id="334" name="Symbol zastępczy zawartości 333">
            <a:extLst>
              <a:ext uri="{FF2B5EF4-FFF2-40B4-BE49-F238E27FC236}">
                <a16:creationId xmlns:a16="http://schemas.microsoft.com/office/drawing/2014/main" id="{08026FC3-2C56-4D47-8F98-A00A5144A6A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27931" y="1392963"/>
            <a:ext cx="5183916" cy="4486038"/>
          </a:xfrm>
        </p:spPr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</p:txBody>
      </p:sp>
      <p:graphicFrame>
        <p:nvGraphicFramePr>
          <p:cNvPr id="4" name="Tabela 4">
            <a:extLst>
              <a:ext uri="{FF2B5EF4-FFF2-40B4-BE49-F238E27FC236}">
                <a16:creationId xmlns:a16="http://schemas.microsoft.com/office/drawing/2014/main" id="{FC3822C8-A5DC-476D-AF52-04A99225C876}"/>
              </a:ext>
            </a:extLst>
          </p:cNvPr>
          <p:cNvGraphicFramePr>
            <a:graphicFrameLocks noGrp="1"/>
          </p:cNvGraphicFramePr>
          <p:nvPr>
            <p:ph sz="quarter" idx="15"/>
          </p:nvPr>
        </p:nvGraphicFramePr>
        <p:xfrm>
          <a:off x="914400" y="1484313"/>
          <a:ext cx="4751385" cy="2595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950277">
                  <a:extLst>
                    <a:ext uri="{9D8B030D-6E8A-4147-A177-3AD203B41FA5}">
                      <a16:colId xmlns:a16="http://schemas.microsoft.com/office/drawing/2014/main" val="710026263"/>
                    </a:ext>
                  </a:extLst>
                </a:gridCol>
                <a:gridCol w="950277">
                  <a:extLst>
                    <a:ext uri="{9D8B030D-6E8A-4147-A177-3AD203B41FA5}">
                      <a16:colId xmlns:a16="http://schemas.microsoft.com/office/drawing/2014/main" val="2767670644"/>
                    </a:ext>
                  </a:extLst>
                </a:gridCol>
                <a:gridCol w="950277">
                  <a:extLst>
                    <a:ext uri="{9D8B030D-6E8A-4147-A177-3AD203B41FA5}">
                      <a16:colId xmlns:a16="http://schemas.microsoft.com/office/drawing/2014/main" val="1089214695"/>
                    </a:ext>
                  </a:extLst>
                </a:gridCol>
                <a:gridCol w="950277">
                  <a:extLst>
                    <a:ext uri="{9D8B030D-6E8A-4147-A177-3AD203B41FA5}">
                      <a16:colId xmlns:a16="http://schemas.microsoft.com/office/drawing/2014/main" val="4255066734"/>
                    </a:ext>
                  </a:extLst>
                </a:gridCol>
                <a:gridCol w="950277">
                  <a:extLst>
                    <a:ext uri="{9D8B030D-6E8A-4147-A177-3AD203B41FA5}">
                      <a16:colId xmlns:a16="http://schemas.microsoft.com/office/drawing/2014/main" val="16766777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76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005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567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008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2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616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94254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9566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układów z tabelami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E7A5CA6-2137-4B9F-A756-168F67C431C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  <a:p>
            <a:endParaRPr lang="pl-PL" dirty="0"/>
          </a:p>
        </p:txBody>
      </p:sp>
      <p:graphicFrame>
        <p:nvGraphicFramePr>
          <p:cNvPr id="9" name="Tabela 4">
            <a:extLst>
              <a:ext uri="{FF2B5EF4-FFF2-40B4-BE49-F238E27FC236}">
                <a16:creationId xmlns:a16="http://schemas.microsoft.com/office/drawing/2014/main" id="{FF6F7758-3147-4E9B-8B35-6A219DCE2C0F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527800" y="1392238"/>
          <a:ext cx="4751385" cy="2595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950277">
                  <a:extLst>
                    <a:ext uri="{9D8B030D-6E8A-4147-A177-3AD203B41FA5}">
                      <a16:colId xmlns:a16="http://schemas.microsoft.com/office/drawing/2014/main" val="710026263"/>
                    </a:ext>
                  </a:extLst>
                </a:gridCol>
                <a:gridCol w="950277">
                  <a:extLst>
                    <a:ext uri="{9D8B030D-6E8A-4147-A177-3AD203B41FA5}">
                      <a16:colId xmlns:a16="http://schemas.microsoft.com/office/drawing/2014/main" val="2767670644"/>
                    </a:ext>
                  </a:extLst>
                </a:gridCol>
                <a:gridCol w="950277">
                  <a:extLst>
                    <a:ext uri="{9D8B030D-6E8A-4147-A177-3AD203B41FA5}">
                      <a16:colId xmlns:a16="http://schemas.microsoft.com/office/drawing/2014/main" val="1089214695"/>
                    </a:ext>
                  </a:extLst>
                </a:gridCol>
                <a:gridCol w="950277">
                  <a:extLst>
                    <a:ext uri="{9D8B030D-6E8A-4147-A177-3AD203B41FA5}">
                      <a16:colId xmlns:a16="http://schemas.microsoft.com/office/drawing/2014/main" val="4255066734"/>
                    </a:ext>
                  </a:extLst>
                </a:gridCol>
                <a:gridCol w="950277">
                  <a:extLst>
                    <a:ext uri="{9D8B030D-6E8A-4147-A177-3AD203B41FA5}">
                      <a16:colId xmlns:a16="http://schemas.microsoft.com/office/drawing/2014/main" val="16766777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763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005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45679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0081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2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616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lang="pl-P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94254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7612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129788E-C485-4D6E-910E-EDC9C4D06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2EFA499-80F1-46B0-971C-6989DA29A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98B004A-F2F9-41C1-8944-09E10FD9C0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/>
          <a:lstStyle/>
          <a:p>
            <a:r>
              <a:rPr lang="pl-PL" dirty="0"/>
              <a:t>Przykłady układów z tabelami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B4A298FC-B0C4-4271-B47D-C402F7144CB8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endParaRPr lang="pl-PL" dirty="0"/>
          </a:p>
          <a:p>
            <a:endParaRPr lang="pl-PL" dirty="0"/>
          </a:p>
        </p:txBody>
      </p:sp>
      <p:sp>
        <p:nvSpPr>
          <p:cNvPr id="8" name="Symbol zastępczy zawartości 7">
            <a:extLst>
              <a:ext uri="{FF2B5EF4-FFF2-40B4-BE49-F238E27FC236}">
                <a16:creationId xmlns:a16="http://schemas.microsoft.com/office/drawing/2014/main" id="{0C1A020F-528A-4062-8D79-667A3A426677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endParaRPr lang="pl-PL" dirty="0"/>
          </a:p>
          <a:p>
            <a:endParaRPr lang="pl-PL" dirty="0"/>
          </a:p>
        </p:txBody>
      </p:sp>
      <p:graphicFrame>
        <p:nvGraphicFramePr>
          <p:cNvPr id="12" name="Tabela 13">
            <a:extLst>
              <a:ext uri="{FF2B5EF4-FFF2-40B4-BE49-F238E27FC236}">
                <a16:creationId xmlns:a16="http://schemas.microsoft.com/office/drawing/2014/main" id="{4CDA7FC8-0042-4C0A-B7AD-DECF3CB15E41}"/>
              </a:ext>
            </a:extLst>
          </p:cNvPr>
          <p:cNvGraphicFramePr>
            <a:graphicFrameLocks noGrp="1"/>
          </p:cNvGraphicFramePr>
          <p:nvPr>
            <p:ph sz="quarter" idx="15"/>
          </p:nvPr>
        </p:nvGraphicFramePr>
        <p:xfrm>
          <a:off x="8329613" y="1182688"/>
          <a:ext cx="3167062" cy="370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83531">
                  <a:extLst>
                    <a:ext uri="{9D8B030D-6E8A-4147-A177-3AD203B41FA5}">
                      <a16:colId xmlns:a16="http://schemas.microsoft.com/office/drawing/2014/main" val="1272502735"/>
                    </a:ext>
                  </a:extLst>
                </a:gridCol>
                <a:gridCol w="1583531">
                  <a:extLst>
                    <a:ext uri="{9D8B030D-6E8A-4147-A177-3AD203B41FA5}">
                      <a16:colId xmlns:a16="http://schemas.microsoft.com/office/drawing/2014/main" val="42392296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Xxx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416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pl-PL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81737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  <a:endParaRPr kumimoji="0" lang="pl-PL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606263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67191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7332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71909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5439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6461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830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680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l-PL" dirty="0"/>
                        <a:t>xxx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l-PL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606263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0631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24710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C906C8BF-5605-4B0E-A193-9A84D8456D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Tytuł 2">
            <a:extLst>
              <a:ext uri="{FF2B5EF4-FFF2-40B4-BE49-F238E27FC236}">
                <a16:creationId xmlns:a16="http://schemas.microsoft.com/office/drawing/2014/main" id="{058458E4-8878-44AD-B690-09E5B8615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F327D18-6AF8-4C55-8D71-22AB07DDF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Przykłady układów </a:t>
            </a:r>
            <a:br>
              <a:rPr lang="pl-PL" dirty="0"/>
            </a:br>
            <a:r>
              <a:rPr lang="pl-PL" dirty="0"/>
              <a:t>z tekstami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AD1EFB4-1C72-4C69-953A-5E78995F8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tekstu 5">
            <a:extLst>
              <a:ext uri="{FF2B5EF4-FFF2-40B4-BE49-F238E27FC236}">
                <a16:creationId xmlns:a16="http://schemas.microsoft.com/office/drawing/2014/main" id="{28E8BA3D-982F-44CF-BAB0-04ADAAF0E6D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7618634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FBDC78-0DCC-4F4A-BA18-7A2C43451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E19B688-990F-4F35-9811-C9E60A44D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86A5E819-61E9-4212-AE8D-F54AB609EB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układów z tekstami</a:t>
            </a: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CAF61A16-F09F-4BAD-9169-2F90F8EDF7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962583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FBDC78-0DCC-4F4A-BA18-7A2C43451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E19B688-990F-4F35-9811-C9E60A44D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86A5E819-61E9-4212-AE8D-F54AB609EB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układów z tekstami</a:t>
            </a: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CAF61A16-F09F-4BAD-9169-2F90F8EDF7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048190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FBDC78-0DCC-4F4A-BA18-7A2C43451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E19B688-990F-4F35-9811-C9E60A44D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86A5E819-61E9-4212-AE8D-F54AB609EB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układów z tekstami</a:t>
            </a: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CAF61A16-F09F-4BAD-9169-2F90F8EDF7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endParaRPr lang="pl-PL" dirty="0"/>
          </a:p>
        </p:txBody>
      </p:sp>
      <p:sp>
        <p:nvSpPr>
          <p:cNvPr id="7" name="Symbol zastępczy zawartości 6">
            <a:extLst>
              <a:ext uri="{FF2B5EF4-FFF2-40B4-BE49-F238E27FC236}">
                <a16:creationId xmlns:a16="http://schemas.microsoft.com/office/drawing/2014/main" id="{AE9CAD41-971F-456F-BA62-4A412EF94DB1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3834187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FBDC78-0DCC-4F4A-BA18-7A2C43451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E19B688-990F-4F35-9811-C9E60A44D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86A5E819-61E9-4212-AE8D-F54AB609EB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układów z tekstami</a:t>
            </a: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CAF61A16-F09F-4BAD-9169-2F90F8EDF7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  <a:p>
            <a:endParaRPr lang="pl-PL" dirty="0"/>
          </a:p>
        </p:txBody>
      </p:sp>
      <p:sp>
        <p:nvSpPr>
          <p:cNvPr id="7" name="Symbol zastępczy zawartości 6">
            <a:extLst>
              <a:ext uri="{FF2B5EF4-FFF2-40B4-BE49-F238E27FC236}">
                <a16:creationId xmlns:a16="http://schemas.microsoft.com/office/drawing/2014/main" id="{AE9CAD41-971F-456F-BA62-4A412EF94DB1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  <a:p>
            <a:endParaRPr lang="pl-PL" dirty="0"/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699107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FFBDC78-0DCC-4F4A-BA18-7A2C43451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EE19B688-990F-4F35-9811-C9E60A44D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86A5E819-61E9-4212-AE8D-F54AB609EB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układów z tekstami</a:t>
            </a:r>
          </a:p>
        </p:txBody>
      </p:sp>
      <p:sp>
        <p:nvSpPr>
          <p:cNvPr id="5" name="Symbol zastępczy zawartości 4">
            <a:extLst>
              <a:ext uri="{FF2B5EF4-FFF2-40B4-BE49-F238E27FC236}">
                <a16:creationId xmlns:a16="http://schemas.microsoft.com/office/drawing/2014/main" id="{CAF61A16-F09F-4BAD-9169-2F90F8EDF7DE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endParaRPr lang="pl-PL" dirty="0"/>
          </a:p>
        </p:txBody>
      </p:sp>
      <p:sp>
        <p:nvSpPr>
          <p:cNvPr id="7" name="Symbol zastępczy zawartości 6">
            <a:extLst>
              <a:ext uri="{FF2B5EF4-FFF2-40B4-BE49-F238E27FC236}">
                <a16:creationId xmlns:a16="http://schemas.microsoft.com/office/drawing/2014/main" id="{AE9CAD41-971F-456F-BA62-4A412EF94DB1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endParaRPr lang="pl-PL" dirty="0"/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DE498FF6-797E-4833-A390-2196CC1FAFD8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1516210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D1789C3C-DBBA-40B2-B5C9-A122D6D874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Tytuł 2">
            <a:extLst>
              <a:ext uri="{FF2B5EF4-FFF2-40B4-BE49-F238E27FC236}">
                <a16:creationId xmlns:a16="http://schemas.microsoft.com/office/drawing/2014/main" id="{955FCBB3-A05F-4175-A67C-D0EB9C427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D3EE90A-339B-4CD6-BDA0-FA1B2B081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Przykłady układów </a:t>
            </a:r>
            <a:br>
              <a:rPr lang="pl-PL" dirty="0"/>
            </a:br>
            <a:r>
              <a:rPr lang="pl-PL" dirty="0"/>
              <a:t>z </a:t>
            </a:r>
            <a:r>
              <a:rPr lang="pl-PL" dirty="0" err="1"/>
              <a:t>SmartArt</a:t>
            </a:r>
            <a:r>
              <a:rPr lang="pl-PL" dirty="0"/>
              <a:t> 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55F7ABF-82F2-4B3A-B452-F1B906ABD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tekstu 5">
            <a:extLst>
              <a:ext uri="{FF2B5EF4-FFF2-40B4-BE49-F238E27FC236}">
                <a16:creationId xmlns:a16="http://schemas.microsoft.com/office/drawing/2014/main" id="{CC369D93-16B3-44E7-864D-466215A2D0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2901047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Tytuł slajdu </a:t>
            </a:r>
            <a:br>
              <a:rPr lang="pl-PL"/>
            </a:br>
            <a:r>
              <a:rPr lang="pl-PL"/>
              <a:t>w max 2 liniach </a:t>
            </a:r>
            <a:endParaRPr lang="pl-PL" dirty="0"/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układów z </a:t>
            </a:r>
            <a:r>
              <a:rPr lang="pl-PL" dirty="0" err="1"/>
              <a:t>SmartArt</a:t>
            </a:r>
            <a:r>
              <a:rPr lang="pl-PL" dirty="0"/>
              <a:t> </a:t>
            </a:r>
          </a:p>
        </p:txBody>
      </p:sp>
      <p:graphicFrame>
        <p:nvGraphicFramePr>
          <p:cNvPr id="4" name="Symbol zastępczy zawartości 3">
            <a:extLst>
              <a:ext uri="{FF2B5EF4-FFF2-40B4-BE49-F238E27FC236}">
                <a16:creationId xmlns:a16="http://schemas.microsoft.com/office/drawing/2014/main" id="{DB2B7074-D30C-43DF-B85E-5B972A97F32A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479425" y="1268413"/>
          <a:ext cx="11233150" cy="50403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64927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Tytuł slajdu </a:t>
            </a:r>
            <a:br>
              <a:rPr lang="pl-PL"/>
            </a:br>
            <a:r>
              <a:rPr lang="pl-PL"/>
              <a:t>w max 2 liniach </a:t>
            </a:r>
            <a:endParaRPr lang="pl-PL" dirty="0"/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układów z </a:t>
            </a:r>
            <a:r>
              <a:rPr lang="pl-PL" dirty="0" err="1"/>
              <a:t>SmartArt</a:t>
            </a:r>
            <a:r>
              <a:rPr lang="pl-PL" dirty="0"/>
              <a:t> </a:t>
            </a:r>
          </a:p>
        </p:txBody>
      </p:sp>
      <p:graphicFrame>
        <p:nvGraphicFramePr>
          <p:cNvPr id="4" name="Symbol zastępczy zawartości 3">
            <a:extLst>
              <a:ext uri="{FF2B5EF4-FFF2-40B4-BE49-F238E27FC236}">
                <a16:creationId xmlns:a16="http://schemas.microsoft.com/office/drawing/2014/main" id="{DB2B7074-D30C-43DF-B85E-5B972A97F32A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911225" y="1390650"/>
          <a:ext cx="10369550" cy="44862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548462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/>
          <a:lstStyle/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/>
          <a:lstStyle/>
          <a:p>
            <a:r>
              <a:rPr lang="pl-PL" dirty="0"/>
              <a:t>Przykłady układów z </a:t>
            </a:r>
            <a:r>
              <a:rPr lang="pl-PL" dirty="0" err="1"/>
              <a:t>SmartArt</a:t>
            </a:r>
            <a:r>
              <a:rPr lang="pl-PL" dirty="0"/>
              <a:t> </a:t>
            </a:r>
          </a:p>
        </p:txBody>
      </p:sp>
      <p:sp>
        <p:nvSpPr>
          <p:cNvPr id="334" name="Symbol zastępczy zawartości 333">
            <a:extLst>
              <a:ext uri="{FF2B5EF4-FFF2-40B4-BE49-F238E27FC236}">
                <a16:creationId xmlns:a16="http://schemas.microsoft.com/office/drawing/2014/main" id="{08026FC3-2C56-4D47-8F98-A00A5144A6A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27931" y="1392963"/>
            <a:ext cx="5183916" cy="4486038"/>
          </a:xfrm>
        </p:spPr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</p:txBody>
      </p:sp>
      <p:graphicFrame>
        <p:nvGraphicFramePr>
          <p:cNvPr id="5" name="Symbol zastępczy zawartości 4">
            <a:extLst>
              <a:ext uri="{FF2B5EF4-FFF2-40B4-BE49-F238E27FC236}">
                <a16:creationId xmlns:a16="http://schemas.microsoft.com/office/drawing/2014/main" id="{2D841B51-99BF-458E-98C9-D53E9C78EA56}"/>
              </a:ext>
            </a:extLst>
          </p:cNvPr>
          <p:cNvGraphicFramePr>
            <a:graphicFrameLocks noGrp="1"/>
          </p:cNvGraphicFramePr>
          <p:nvPr>
            <p:ph sz="quarter" idx="15"/>
          </p:nvPr>
        </p:nvGraphicFramePr>
        <p:xfrm>
          <a:off x="914400" y="1484313"/>
          <a:ext cx="4751388" cy="4394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036710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ytuł 329">
            <a:extLst>
              <a:ext uri="{FF2B5EF4-FFF2-40B4-BE49-F238E27FC236}">
                <a16:creationId xmlns:a16="http://schemas.microsoft.com/office/drawing/2014/main" id="{09680D1C-F7A4-4E61-A500-EF5B3A5CE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813" y="332082"/>
            <a:ext cx="9503975" cy="719117"/>
          </a:xfrm>
        </p:spPr>
        <p:txBody>
          <a:bodyPr/>
          <a:lstStyle/>
          <a:p>
            <a:r>
              <a:rPr lang="pl-PL" dirty="0"/>
              <a:t>Tytuł slajdu </a:t>
            </a:r>
            <a:br>
              <a:rPr lang="pl-PL" dirty="0"/>
            </a:br>
            <a:r>
              <a:rPr lang="pl-PL" dirty="0"/>
              <a:t>w max 2 liniach </a:t>
            </a:r>
          </a:p>
        </p:txBody>
      </p:sp>
      <p:sp>
        <p:nvSpPr>
          <p:cNvPr id="329" name="Symbol zastępczy stopki 328">
            <a:extLst>
              <a:ext uri="{FF2B5EF4-FFF2-40B4-BE49-F238E27FC236}">
                <a16:creationId xmlns:a16="http://schemas.microsoft.com/office/drawing/2014/main" id="{EFBFDD60-4C42-4AE8-9273-28D84DF7A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424" y="6356350"/>
            <a:ext cx="10800000" cy="181525"/>
          </a:xfrm>
        </p:spPr>
        <p:txBody>
          <a:bodyPr/>
          <a:lstStyle/>
          <a:p>
            <a:r>
              <a:rPr lang="pl-PL"/>
              <a:t>Czym jest system kontroli GIT i jak wykorzystać go w praktyce?</a:t>
            </a:r>
            <a:endParaRPr lang="pl-PL" dirty="0"/>
          </a:p>
        </p:txBody>
      </p:sp>
      <p:sp>
        <p:nvSpPr>
          <p:cNvPr id="331" name="Symbol zastępczy tekstu 330">
            <a:extLst>
              <a:ext uri="{FF2B5EF4-FFF2-40B4-BE49-F238E27FC236}">
                <a16:creationId xmlns:a16="http://schemas.microsoft.com/office/drawing/2014/main" id="{87AD2A8B-773C-4F18-9513-D068233C68E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9425" y="152083"/>
            <a:ext cx="9504364" cy="180000"/>
          </a:xfrm>
        </p:spPr>
        <p:txBody>
          <a:bodyPr/>
          <a:lstStyle/>
          <a:p>
            <a:r>
              <a:rPr lang="pl-PL" dirty="0"/>
              <a:t>Przykłady układów z </a:t>
            </a:r>
            <a:r>
              <a:rPr lang="pl-PL" dirty="0" err="1"/>
              <a:t>SmartArt</a:t>
            </a:r>
            <a:r>
              <a:rPr lang="pl-PL" dirty="0"/>
              <a:t> </a:t>
            </a:r>
          </a:p>
        </p:txBody>
      </p:sp>
      <p:graphicFrame>
        <p:nvGraphicFramePr>
          <p:cNvPr id="12" name="Symbol zastępczy zawartości 11">
            <a:extLst>
              <a:ext uri="{FF2B5EF4-FFF2-40B4-BE49-F238E27FC236}">
                <a16:creationId xmlns:a16="http://schemas.microsoft.com/office/drawing/2014/main" id="{9FD7C634-201D-412A-8E32-B1E9669024AB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6527800" y="1392238"/>
          <a:ext cx="4752975" cy="44862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Symbol zastępczy zawartości 8">
            <a:extLst>
              <a:ext uri="{FF2B5EF4-FFF2-40B4-BE49-F238E27FC236}">
                <a16:creationId xmlns:a16="http://schemas.microsoft.com/office/drawing/2014/main" id="{DA51569A-B3F2-47E4-8F52-6B3B57E7D80C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b="1" dirty="0" err="1"/>
              <a:t>Lorem</a:t>
            </a:r>
            <a:r>
              <a:rPr lang="pl-PL" b="1" dirty="0"/>
              <a:t> </a:t>
            </a:r>
            <a:r>
              <a:rPr lang="pl-PL" b="1" dirty="0" err="1"/>
              <a:t>ipsum</a:t>
            </a:r>
            <a:r>
              <a:rPr lang="pl-PL" b="1" dirty="0"/>
              <a:t> </a:t>
            </a:r>
            <a:r>
              <a:rPr lang="pl-PL" b="1" dirty="0" err="1"/>
              <a:t>dolor</a:t>
            </a:r>
            <a:r>
              <a:rPr lang="pl-PL" b="1" dirty="0"/>
              <a:t> sit </a:t>
            </a:r>
            <a:r>
              <a:rPr lang="pl-PL" b="1" dirty="0" err="1"/>
              <a:t>amet</a:t>
            </a:r>
            <a:r>
              <a:rPr lang="pl-PL" b="1" dirty="0"/>
              <a:t>, </a:t>
            </a:r>
            <a:r>
              <a:rPr lang="pl-PL" b="1" dirty="0" err="1"/>
              <a:t>consectetur</a:t>
            </a:r>
            <a:r>
              <a:rPr lang="pl-PL" b="1" dirty="0"/>
              <a:t> </a:t>
            </a:r>
            <a:r>
              <a:rPr lang="pl-PL" b="1" dirty="0" err="1"/>
              <a:t>adipiscing</a:t>
            </a:r>
            <a:r>
              <a:rPr lang="pl-PL" b="1" dirty="0"/>
              <a:t> elit.</a:t>
            </a:r>
          </a:p>
          <a:p>
            <a:r>
              <a:rPr lang="pl-PL" dirty="0" err="1"/>
              <a:t>Proin</a:t>
            </a:r>
            <a:r>
              <a:rPr lang="pl-PL" dirty="0"/>
              <a:t> et mi vel </a:t>
            </a:r>
            <a:r>
              <a:rPr lang="pl-PL" dirty="0" err="1"/>
              <a:t>erat</a:t>
            </a:r>
            <a:r>
              <a:rPr lang="pl-PL" dirty="0"/>
              <a:t> </a:t>
            </a:r>
            <a:r>
              <a:rPr lang="pl-PL" dirty="0" err="1"/>
              <a:t>consectetur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 </a:t>
            </a:r>
            <a:r>
              <a:rPr lang="pl-PL" dirty="0" err="1"/>
              <a:t>mattis</a:t>
            </a:r>
            <a:r>
              <a:rPr lang="pl-PL" dirty="0"/>
              <a:t> et </a:t>
            </a:r>
            <a:r>
              <a:rPr lang="pl-PL" dirty="0" err="1"/>
              <a:t>ipsum</a:t>
            </a:r>
            <a:r>
              <a:rPr lang="pl-PL" dirty="0"/>
              <a:t>.</a:t>
            </a:r>
          </a:p>
          <a:p>
            <a:r>
              <a:rPr lang="pl-PL" dirty="0" err="1"/>
              <a:t>Suspendisse</a:t>
            </a:r>
            <a:r>
              <a:rPr lang="pl-PL" dirty="0"/>
              <a:t> </a:t>
            </a:r>
            <a:r>
              <a:rPr lang="pl-PL" dirty="0" err="1"/>
              <a:t>fermentum</a:t>
            </a:r>
            <a:r>
              <a:rPr lang="pl-PL" dirty="0"/>
              <a:t> </a:t>
            </a:r>
            <a:r>
              <a:rPr lang="pl-PL" dirty="0" err="1"/>
              <a:t>est</a:t>
            </a:r>
            <a:r>
              <a:rPr lang="pl-PL" dirty="0"/>
              <a:t> non </a:t>
            </a:r>
            <a:r>
              <a:rPr lang="pl-PL" dirty="0" err="1"/>
              <a:t>varius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</a:t>
            </a:r>
            <a:r>
              <a:rPr lang="pl-PL" dirty="0" err="1"/>
              <a:t>finibus</a:t>
            </a:r>
            <a:r>
              <a:rPr lang="pl-PL" dirty="0"/>
              <a:t> </a:t>
            </a:r>
            <a:r>
              <a:rPr lang="pl-PL" dirty="0" err="1"/>
              <a:t>nisi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blandit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.</a:t>
            </a:r>
          </a:p>
          <a:p>
            <a:r>
              <a:rPr lang="pl-PL" dirty="0" err="1"/>
              <a:t>Nullam</a:t>
            </a:r>
            <a:r>
              <a:rPr lang="pl-PL" dirty="0"/>
              <a:t> </a:t>
            </a:r>
            <a:r>
              <a:rPr lang="pl-PL" dirty="0" err="1"/>
              <a:t>lobortis</a:t>
            </a:r>
            <a:r>
              <a:rPr lang="pl-PL" dirty="0"/>
              <a:t> </a:t>
            </a:r>
            <a:r>
              <a:rPr lang="pl-PL" dirty="0" err="1"/>
              <a:t>quam</a:t>
            </a:r>
            <a:r>
              <a:rPr lang="pl-PL" dirty="0"/>
              <a:t> </a:t>
            </a:r>
            <a:r>
              <a:rPr lang="pl-PL" dirty="0" err="1"/>
              <a:t>quis</a:t>
            </a:r>
            <a:r>
              <a:rPr lang="pl-PL" dirty="0"/>
              <a:t> </a:t>
            </a:r>
            <a:r>
              <a:rPr lang="pl-PL" dirty="0" err="1"/>
              <a:t>libero</a:t>
            </a:r>
            <a:r>
              <a:rPr lang="pl-PL" dirty="0"/>
              <a:t> </a:t>
            </a:r>
            <a:r>
              <a:rPr lang="pl-PL" dirty="0" err="1"/>
              <a:t>feugiat</a:t>
            </a:r>
            <a:r>
              <a:rPr lang="pl-PL" dirty="0"/>
              <a:t>, </a:t>
            </a:r>
            <a:r>
              <a:rPr lang="pl-PL" dirty="0" err="1"/>
              <a:t>ac</a:t>
            </a:r>
            <a:r>
              <a:rPr lang="pl-PL" dirty="0"/>
              <a:t> </a:t>
            </a:r>
            <a:r>
              <a:rPr lang="pl-PL" dirty="0" err="1"/>
              <a:t>ornare</a:t>
            </a:r>
            <a:r>
              <a:rPr lang="pl-PL" dirty="0"/>
              <a:t> </a:t>
            </a:r>
            <a:r>
              <a:rPr lang="pl-PL" dirty="0" err="1"/>
              <a:t>nulla</a:t>
            </a:r>
            <a:r>
              <a:rPr lang="pl-PL" dirty="0"/>
              <a:t> </a:t>
            </a:r>
            <a:r>
              <a:rPr lang="pl-PL" dirty="0" err="1"/>
              <a:t>facilisis</a:t>
            </a:r>
            <a:r>
              <a:rPr lang="pl-PL" dirty="0"/>
              <a:t>.</a:t>
            </a:r>
          </a:p>
          <a:p>
            <a:r>
              <a:rPr lang="pl-PL" dirty="0"/>
              <a:t>Nunc </a:t>
            </a:r>
            <a:r>
              <a:rPr lang="pl-PL" dirty="0" err="1"/>
              <a:t>quis</a:t>
            </a:r>
            <a:r>
              <a:rPr lang="pl-PL" dirty="0"/>
              <a:t> ex </a:t>
            </a:r>
            <a:r>
              <a:rPr lang="pl-PL" dirty="0" err="1"/>
              <a:t>eu</a:t>
            </a:r>
            <a:r>
              <a:rPr lang="pl-PL" dirty="0"/>
              <a:t> mi </a:t>
            </a:r>
            <a:r>
              <a:rPr lang="pl-PL" dirty="0" err="1"/>
              <a:t>rhoncus</a:t>
            </a:r>
            <a:r>
              <a:rPr lang="pl-PL" dirty="0"/>
              <a:t> </a:t>
            </a:r>
            <a:r>
              <a:rPr lang="pl-PL" dirty="0" err="1"/>
              <a:t>viverra</a:t>
            </a:r>
            <a:r>
              <a:rPr lang="pl-PL" dirty="0"/>
              <a:t> </a:t>
            </a:r>
            <a:r>
              <a:rPr lang="pl-PL" dirty="0" err="1"/>
              <a:t>gravida</a:t>
            </a:r>
            <a:r>
              <a:rPr lang="pl-PL" dirty="0"/>
              <a:t> a </a:t>
            </a:r>
            <a:r>
              <a:rPr lang="pl-PL" dirty="0" err="1"/>
              <a:t>odio</a:t>
            </a:r>
            <a:r>
              <a:rPr lang="pl-PL" dirty="0"/>
              <a:t>.</a:t>
            </a:r>
          </a:p>
          <a:p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massa</a:t>
            </a:r>
            <a:r>
              <a:rPr lang="pl-PL" dirty="0"/>
              <a:t> </a:t>
            </a:r>
            <a:r>
              <a:rPr lang="pl-PL" dirty="0" err="1"/>
              <a:t>congue</a:t>
            </a:r>
            <a:r>
              <a:rPr lang="pl-PL" dirty="0"/>
              <a:t>,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arcu</a:t>
            </a:r>
            <a:r>
              <a:rPr lang="pl-PL" dirty="0"/>
              <a:t> </a:t>
            </a:r>
            <a:r>
              <a:rPr lang="pl-PL" dirty="0" err="1"/>
              <a:t>auctor</a:t>
            </a:r>
            <a:r>
              <a:rPr lang="pl-PL" dirty="0"/>
              <a:t>, </a:t>
            </a:r>
            <a:r>
              <a:rPr lang="pl-PL" dirty="0" err="1"/>
              <a:t>bibendum</a:t>
            </a:r>
            <a:r>
              <a:rPr lang="pl-PL" dirty="0"/>
              <a:t> </a:t>
            </a:r>
            <a:r>
              <a:rPr lang="pl-PL" dirty="0" err="1"/>
              <a:t>massa</a:t>
            </a:r>
            <a:r>
              <a:rPr lang="pl-PL" dirty="0"/>
              <a:t>.</a:t>
            </a:r>
          </a:p>
          <a:p>
            <a:r>
              <a:rPr lang="pl-PL" dirty="0" err="1"/>
              <a:t>Integer</a:t>
            </a:r>
            <a:r>
              <a:rPr lang="pl-PL" dirty="0"/>
              <a:t> vitae </a:t>
            </a:r>
            <a:r>
              <a:rPr lang="pl-PL" dirty="0" err="1"/>
              <a:t>nisl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 </a:t>
            </a:r>
            <a:r>
              <a:rPr lang="pl-PL" dirty="0" err="1"/>
              <a:t>lacus</a:t>
            </a:r>
            <a:r>
              <a:rPr lang="pl-PL" dirty="0"/>
              <a:t> </a:t>
            </a:r>
            <a:r>
              <a:rPr lang="pl-PL" dirty="0" err="1"/>
              <a:t>commodo</a:t>
            </a:r>
            <a:r>
              <a:rPr lang="pl-PL" dirty="0"/>
              <a:t> </a:t>
            </a:r>
            <a:r>
              <a:rPr lang="pl-PL" dirty="0" err="1"/>
              <a:t>pellentesque</a:t>
            </a:r>
            <a:r>
              <a:rPr lang="pl-PL" dirty="0"/>
              <a:t> non </a:t>
            </a:r>
            <a:r>
              <a:rPr lang="pl-PL" dirty="0" err="1"/>
              <a:t>sagittis</a:t>
            </a:r>
            <a:r>
              <a:rPr lang="pl-PL" dirty="0"/>
              <a:t> </a:t>
            </a:r>
            <a:r>
              <a:rPr lang="pl-PL" dirty="0" err="1"/>
              <a:t>erat</a:t>
            </a:r>
            <a:r>
              <a:rPr lang="pl-PL" dirty="0"/>
              <a:t>.</a:t>
            </a:r>
          </a:p>
          <a:p>
            <a:r>
              <a:rPr lang="pl-PL" dirty="0" err="1"/>
              <a:t>Vestibulum</a:t>
            </a:r>
            <a:r>
              <a:rPr lang="pl-PL" dirty="0"/>
              <a:t> vel </a:t>
            </a:r>
            <a:r>
              <a:rPr lang="pl-PL" dirty="0" err="1"/>
              <a:t>est</a:t>
            </a:r>
            <a:r>
              <a:rPr lang="pl-PL" dirty="0"/>
              <a:t> </a:t>
            </a:r>
            <a:r>
              <a:rPr lang="pl-PL" dirty="0" err="1"/>
              <a:t>dignissim</a:t>
            </a:r>
            <a:r>
              <a:rPr lang="pl-PL" dirty="0"/>
              <a:t>, </a:t>
            </a:r>
            <a:r>
              <a:rPr lang="pl-PL" dirty="0" err="1"/>
              <a:t>maximus</a:t>
            </a:r>
            <a:r>
              <a:rPr lang="pl-PL" dirty="0"/>
              <a:t> </a:t>
            </a:r>
            <a:r>
              <a:rPr lang="pl-PL" dirty="0" err="1"/>
              <a:t>tortor</a:t>
            </a:r>
            <a:r>
              <a:rPr lang="pl-PL" dirty="0"/>
              <a:t> </a:t>
            </a:r>
            <a:r>
              <a:rPr lang="pl-PL" dirty="0" err="1"/>
              <a:t>ut</a:t>
            </a:r>
            <a:r>
              <a:rPr lang="pl-PL" dirty="0"/>
              <a:t>, </a:t>
            </a:r>
            <a:r>
              <a:rPr lang="pl-PL" dirty="0" err="1"/>
              <a:t>vestibulum</a:t>
            </a:r>
            <a:r>
              <a:rPr lang="pl-PL" dirty="0"/>
              <a:t> </a:t>
            </a:r>
            <a:r>
              <a:rPr lang="pl-PL" dirty="0" err="1"/>
              <a:t>augue</a:t>
            </a:r>
            <a:r>
              <a:rPr lang="pl-PL" dirty="0"/>
              <a:t>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9602886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ekstu 1">
            <a:extLst>
              <a:ext uri="{FF2B5EF4-FFF2-40B4-BE49-F238E27FC236}">
                <a16:creationId xmlns:a16="http://schemas.microsoft.com/office/drawing/2014/main" id="{D1789C3C-DBBA-40B2-B5C9-A122D6D874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3" name="Tytuł 2">
            <a:extLst>
              <a:ext uri="{FF2B5EF4-FFF2-40B4-BE49-F238E27FC236}">
                <a16:creationId xmlns:a16="http://schemas.microsoft.com/office/drawing/2014/main" id="{955FCBB3-A05F-4175-A67C-D0EB9C427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Agenda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D3EE90A-339B-4CD6-BDA0-FA1B2B081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Przykłady czego nie stosować</a:t>
            </a: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55F7ABF-82F2-4B3A-B452-F1B906ABD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6" name="Symbol zastępczy tekstu 5">
            <a:extLst>
              <a:ext uri="{FF2B5EF4-FFF2-40B4-BE49-F238E27FC236}">
                <a16:creationId xmlns:a16="http://schemas.microsoft.com/office/drawing/2014/main" id="{CC369D93-16B3-44E7-864D-466215A2D0E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pl-PL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325762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8995E6-6E0F-4508-A1DA-2A8E97E29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Nie używamy kształtów 3D ani gradientów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0E27165B-BF68-4C68-94DC-87B4CFA0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28" name="Symbol zastępczy tekstu 27">
            <a:extLst>
              <a:ext uri="{FF2B5EF4-FFF2-40B4-BE49-F238E27FC236}">
                <a16:creationId xmlns:a16="http://schemas.microsoft.com/office/drawing/2014/main" id="{2A61EF00-8C76-48EB-AA4E-176F4A8E25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czego nie stosować</a:t>
            </a:r>
          </a:p>
        </p:txBody>
      </p:sp>
      <p:sp>
        <p:nvSpPr>
          <p:cNvPr id="4" name="Prostokąt 3">
            <a:extLst>
              <a:ext uri="{FF2B5EF4-FFF2-40B4-BE49-F238E27FC236}">
                <a16:creationId xmlns:a16="http://schemas.microsoft.com/office/drawing/2014/main" id="{AE0B252E-D27C-4884-B880-64857E9E4041}"/>
              </a:ext>
            </a:extLst>
          </p:cNvPr>
          <p:cNvSpPr/>
          <p:nvPr/>
        </p:nvSpPr>
        <p:spPr bwMode="auto">
          <a:xfrm>
            <a:off x="2319512" y="1289357"/>
            <a:ext cx="1360291" cy="115876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3E818E4A-1D47-46AB-AE38-64C08A3E0383}"/>
              </a:ext>
            </a:extLst>
          </p:cNvPr>
          <p:cNvSpPr/>
          <p:nvPr/>
        </p:nvSpPr>
        <p:spPr bwMode="auto">
          <a:xfrm>
            <a:off x="4383741" y="1289357"/>
            <a:ext cx="1360291" cy="115876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6" name="Prostokąt 5">
            <a:extLst>
              <a:ext uri="{FF2B5EF4-FFF2-40B4-BE49-F238E27FC236}">
                <a16:creationId xmlns:a16="http://schemas.microsoft.com/office/drawing/2014/main" id="{58C83658-3DD9-4BA4-8952-70B288CBFA99}"/>
              </a:ext>
            </a:extLst>
          </p:cNvPr>
          <p:cNvSpPr/>
          <p:nvPr/>
        </p:nvSpPr>
        <p:spPr bwMode="auto">
          <a:xfrm>
            <a:off x="6447970" y="1289357"/>
            <a:ext cx="1360291" cy="1158766"/>
          </a:xfrm>
          <a:prstGeom prst="rect">
            <a:avLst/>
          </a:prstGeom>
          <a:ln>
            <a:headEnd type="none" w="med" len="med"/>
            <a:tailEnd type="none" w="med" len="med"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angle"/>
          </a:sp3d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7" name="Prostokąt 6">
            <a:extLst>
              <a:ext uri="{FF2B5EF4-FFF2-40B4-BE49-F238E27FC236}">
                <a16:creationId xmlns:a16="http://schemas.microsoft.com/office/drawing/2014/main" id="{4851C11D-5AA5-4CE4-B295-608D3D3071C5}"/>
              </a:ext>
            </a:extLst>
          </p:cNvPr>
          <p:cNvSpPr/>
          <p:nvPr/>
        </p:nvSpPr>
        <p:spPr bwMode="auto">
          <a:xfrm>
            <a:off x="8512200" y="1289357"/>
            <a:ext cx="1360291" cy="1158766"/>
          </a:xfrm>
          <a:prstGeom prst="rect">
            <a:avLst/>
          </a:prstGeom>
          <a:ln>
            <a:headEnd type="none" w="med" len="med"/>
            <a:tailEnd type="none" w="med" len="med"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relaxedInset"/>
          </a:sp3d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8" name="Strzałka w prawo 23">
            <a:extLst>
              <a:ext uri="{FF2B5EF4-FFF2-40B4-BE49-F238E27FC236}">
                <a16:creationId xmlns:a16="http://schemas.microsoft.com/office/drawing/2014/main" id="{03D053B2-941E-49D9-AF3C-BF58039D9E26}"/>
              </a:ext>
            </a:extLst>
          </p:cNvPr>
          <p:cNvSpPr/>
          <p:nvPr/>
        </p:nvSpPr>
        <p:spPr bwMode="auto">
          <a:xfrm>
            <a:off x="2315581" y="2753693"/>
            <a:ext cx="1360291" cy="1158766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9" name="Strzałka w prawo 24">
            <a:extLst>
              <a:ext uri="{FF2B5EF4-FFF2-40B4-BE49-F238E27FC236}">
                <a16:creationId xmlns:a16="http://schemas.microsoft.com/office/drawing/2014/main" id="{E2218A08-B4AD-4F95-876A-EB05F9803204}"/>
              </a:ext>
            </a:extLst>
          </p:cNvPr>
          <p:cNvSpPr/>
          <p:nvPr/>
        </p:nvSpPr>
        <p:spPr bwMode="auto">
          <a:xfrm>
            <a:off x="4379810" y="2753693"/>
            <a:ext cx="1360291" cy="1158766"/>
          </a:xfrm>
          <a:prstGeom prst="rightArrow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10" name="Strzałka w prawo 25">
            <a:extLst>
              <a:ext uri="{FF2B5EF4-FFF2-40B4-BE49-F238E27FC236}">
                <a16:creationId xmlns:a16="http://schemas.microsoft.com/office/drawing/2014/main" id="{B9488564-1FAA-4E0B-9341-5D086735355D}"/>
              </a:ext>
            </a:extLst>
          </p:cNvPr>
          <p:cNvSpPr/>
          <p:nvPr/>
        </p:nvSpPr>
        <p:spPr bwMode="auto">
          <a:xfrm>
            <a:off x="6444039" y="2753693"/>
            <a:ext cx="1360291" cy="1158766"/>
          </a:xfrm>
          <a:prstGeom prst="rightArrow">
            <a:avLst/>
          </a:prstGeom>
          <a:ln>
            <a:headEnd type="none" w="med" len="med"/>
            <a:tailEnd type="none" w="med" len="med"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angle"/>
          </a:sp3d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11" name="Strzałka w prawo 26">
            <a:extLst>
              <a:ext uri="{FF2B5EF4-FFF2-40B4-BE49-F238E27FC236}">
                <a16:creationId xmlns:a16="http://schemas.microsoft.com/office/drawing/2014/main" id="{302B54C9-45CA-4F8E-8D1E-50AC9D6EE9AA}"/>
              </a:ext>
            </a:extLst>
          </p:cNvPr>
          <p:cNvSpPr/>
          <p:nvPr/>
        </p:nvSpPr>
        <p:spPr bwMode="auto">
          <a:xfrm>
            <a:off x="8508269" y="2753693"/>
            <a:ext cx="1360291" cy="1158766"/>
          </a:xfrm>
          <a:prstGeom prst="rightArrow">
            <a:avLst/>
          </a:prstGeom>
          <a:ln>
            <a:headEnd type="none" w="med" len="med"/>
            <a:tailEnd type="none" w="med" len="med"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relaxedInset"/>
          </a:sp3d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5EB6DD88-CD9D-4E57-99CB-5472E02DD353}"/>
              </a:ext>
            </a:extLst>
          </p:cNvPr>
          <p:cNvCxnSpPr/>
          <p:nvPr/>
        </p:nvCxnSpPr>
        <p:spPr bwMode="auto">
          <a:xfrm flipH="1">
            <a:off x="2211502" y="1268760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Łącznik prosty 12">
            <a:extLst>
              <a:ext uri="{FF2B5EF4-FFF2-40B4-BE49-F238E27FC236}">
                <a16:creationId xmlns:a16="http://schemas.microsoft.com/office/drawing/2014/main" id="{66D44261-A86E-4B1A-B0FD-03DA9E1B1201}"/>
              </a:ext>
            </a:extLst>
          </p:cNvPr>
          <p:cNvCxnSpPr/>
          <p:nvPr/>
        </p:nvCxnSpPr>
        <p:spPr bwMode="auto">
          <a:xfrm flipH="1">
            <a:off x="4273110" y="1268760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C37C2973-8447-4215-B2F8-74D76B3016BD}"/>
              </a:ext>
            </a:extLst>
          </p:cNvPr>
          <p:cNvCxnSpPr/>
          <p:nvPr/>
        </p:nvCxnSpPr>
        <p:spPr bwMode="auto">
          <a:xfrm flipH="1">
            <a:off x="6334718" y="1268760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Łącznik prosty 14">
            <a:extLst>
              <a:ext uri="{FF2B5EF4-FFF2-40B4-BE49-F238E27FC236}">
                <a16:creationId xmlns:a16="http://schemas.microsoft.com/office/drawing/2014/main" id="{A13BD519-FF72-4A02-A872-EDBFE6EC5249}"/>
              </a:ext>
            </a:extLst>
          </p:cNvPr>
          <p:cNvCxnSpPr/>
          <p:nvPr/>
        </p:nvCxnSpPr>
        <p:spPr bwMode="auto">
          <a:xfrm flipH="1">
            <a:off x="8396326" y="1268760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D6AF0EA6-DF01-4417-A45E-7A07C072DCEA}"/>
              </a:ext>
            </a:extLst>
          </p:cNvPr>
          <p:cNvCxnSpPr/>
          <p:nvPr/>
        </p:nvCxnSpPr>
        <p:spPr bwMode="auto">
          <a:xfrm flipH="1">
            <a:off x="2207569" y="2733096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7" name="Łącznik prosty 16">
            <a:extLst>
              <a:ext uri="{FF2B5EF4-FFF2-40B4-BE49-F238E27FC236}">
                <a16:creationId xmlns:a16="http://schemas.microsoft.com/office/drawing/2014/main" id="{A8585B96-1756-47C9-9FB2-F1BA2E512486}"/>
              </a:ext>
            </a:extLst>
          </p:cNvPr>
          <p:cNvCxnSpPr/>
          <p:nvPr/>
        </p:nvCxnSpPr>
        <p:spPr bwMode="auto">
          <a:xfrm flipH="1">
            <a:off x="4269177" y="2733096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8" name="Łącznik prosty 17">
            <a:extLst>
              <a:ext uri="{FF2B5EF4-FFF2-40B4-BE49-F238E27FC236}">
                <a16:creationId xmlns:a16="http://schemas.microsoft.com/office/drawing/2014/main" id="{DC2BF5B8-36FB-46DF-9218-66368F2C55F7}"/>
              </a:ext>
            </a:extLst>
          </p:cNvPr>
          <p:cNvCxnSpPr/>
          <p:nvPr/>
        </p:nvCxnSpPr>
        <p:spPr bwMode="auto">
          <a:xfrm flipH="1">
            <a:off x="6330785" y="2733096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Łącznik prosty 18">
            <a:extLst>
              <a:ext uri="{FF2B5EF4-FFF2-40B4-BE49-F238E27FC236}">
                <a16:creationId xmlns:a16="http://schemas.microsoft.com/office/drawing/2014/main" id="{3324A640-7B6C-4DDA-892C-431292D05E2F}"/>
              </a:ext>
            </a:extLst>
          </p:cNvPr>
          <p:cNvCxnSpPr/>
          <p:nvPr/>
        </p:nvCxnSpPr>
        <p:spPr bwMode="auto">
          <a:xfrm flipH="1">
            <a:off x="8392393" y="2733096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0" name="Objaśnienie ze strzałką w górę 37">
            <a:extLst>
              <a:ext uri="{FF2B5EF4-FFF2-40B4-BE49-F238E27FC236}">
                <a16:creationId xmlns:a16="http://schemas.microsoft.com/office/drawing/2014/main" id="{5B086603-3174-49F5-BD84-19B89C3A8D99}"/>
              </a:ext>
            </a:extLst>
          </p:cNvPr>
          <p:cNvSpPr/>
          <p:nvPr/>
        </p:nvSpPr>
        <p:spPr bwMode="auto">
          <a:xfrm>
            <a:off x="2315581" y="4337869"/>
            <a:ext cx="1360291" cy="1158766"/>
          </a:xfrm>
          <a:prstGeom prst="upArrowCallou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21" name="Objaśnienie ze strzałką w górę 38">
            <a:extLst>
              <a:ext uri="{FF2B5EF4-FFF2-40B4-BE49-F238E27FC236}">
                <a16:creationId xmlns:a16="http://schemas.microsoft.com/office/drawing/2014/main" id="{75792C97-B615-41EB-8FB2-EC309A8542D1}"/>
              </a:ext>
            </a:extLst>
          </p:cNvPr>
          <p:cNvSpPr/>
          <p:nvPr/>
        </p:nvSpPr>
        <p:spPr bwMode="auto">
          <a:xfrm>
            <a:off x="4379810" y="4337869"/>
            <a:ext cx="1360291" cy="1158766"/>
          </a:xfrm>
          <a:prstGeom prst="upArrowCallout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22" name="Objaśnienie ze strzałką w górę 39">
            <a:extLst>
              <a:ext uri="{FF2B5EF4-FFF2-40B4-BE49-F238E27FC236}">
                <a16:creationId xmlns:a16="http://schemas.microsoft.com/office/drawing/2014/main" id="{C308906E-C77E-4390-A63C-F933C923C9B4}"/>
              </a:ext>
            </a:extLst>
          </p:cNvPr>
          <p:cNvSpPr/>
          <p:nvPr/>
        </p:nvSpPr>
        <p:spPr bwMode="auto">
          <a:xfrm>
            <a:off x="6444039" y="4337869"/>
            <a:ext cx="1360291" cy="1158766"/>
          </a:xfrm>
          <a:prstGeom prst="upArrowCallout">
            <a:avLst/>
          </a:prstGeom>
          <a:ln>
            <a:headEnd type="none" w="med" len="med"/>
            <a:tailEnd type="none" w="med" len="med"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angle"/>
          </a:sp3d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sp>
        <p:nvSpPr>
          <p:cNvPr id="23" name="Objaśnienie ze strzałką w górę 40">
            <a:extLst>
              <a:ext uri="{FF2B5EF4-FFF2-40B4-BE49-F238E27FC236}">
                <a16:creationId xmlns:a16="http://schemas.microsoft.com/office/drawing/2014/main" id="{C32B60C5-1E10-4119-9A56-5E7D6F53B97D}"/>
              </a:ext>
            </a:extLst>
          </p:cNvPr>
          <p:cNvSpPr/>
          <p:nvPr/>
        </p:nvSpPr>
        <p:spPr bwMode="auto">
          <a:xfrm>
            <a:off x="8508269" y="4337869"/>
            <a:ext cx="1360291" cy="1158766"/>
          </a:xfrm>
          <a:prstGeom prst="upArrowCallout">
            <a:avLst/>
          </a:prstGeom>
          <a:ln>
            <a:headEnd type="none" w="med" len="med"/>
            <a:tailEnd type="none" w="med" len="med"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relaxedInset"/>
          </a:sp3d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</a:pPr>
            <a:endParaRPr lang="pl-PL" sz="1400" dirty="0">
              <a:solidFill>
                <a:srgbClr val="7B746C"/>
              </a:solidFill>
              <a:latin typeface="Arial" pitchFamily="34" charset="0"/>
            </a:endParaRPr>
          </a:p>
        </p:txBody>
      </p:sp>
      <p:cxnSp>
        <p:nvCxnSpPr>
          <p:cNvPr id="24" name="Łącznik prosty 23">
            <a:extLst>
              <a:ext uri="{FF2B5EF4-FFF2-40B4-BE49-F238E27FC236}">
                <a16:creationId xmlns:a16="http://schemas.microsoft.com/office/drawing/2014/main" id="{0D5E72E5-3A03-4E2B-8B91-7F5D27C4EF22}"/>
              </a:ext>
            </a:extLst>
          </p:cNvPr>
          <p:cNvCxnSpPr/>
          <p:nvPr/>
        </p:nvCxnSpPr>
        <p:spPr bwMode="auto">
          <a:xfrm flipH="1">
            <a:off x="2207569" y="4317272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Łącznik prosty 24">
            <a:extLst>
              <a:ext uri="{FF2B5EF4-FFF2-40B4-BE49-F238E27FC236}">
                <a16:creationId xmlns:a16="http://schemas.microsoft.com/office/drawing/2014/main" id="{534818F7-785C-4C75-9AEF-E6D00D4DBFE2}"/>
              </a:ext>
            </a:extLst>
          </p:cNvPr>
          <p:cNvCxnSpPr/>
          <p:nvPr/>
        </p:nvCxnSpPr>
        <p:spPr bwMode="auto">
          <a:xfrm flipH="1">
            <a:off x="4269177" y="4317272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Łącznik prosty 25">
            <a:extLst>
              <a:ext uri="{FF2B5EF4-FFF2-40B4-BE49-F238E27FC236}">
                <a16:creationId xmlns:a16="http://schemas.microsoft.com/office/drawing/2014/main" id="{63BCD257-A115-4087-B731-7CDB8FFA4CC5}"/>
              </a:ext>
            </a:extLst>
          </p:cNvPr>
          <p:cNvCxnSpPr/>
          <p:nvPr/>
        </p:nvCxnSpPr>
        <p:spPr bwMode="auto">
          <a:xfrm flipH="1">
            <a:off x="6330785" y="4317272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Łącznik prosty 26">
            <a:extLst>
              <a:ext uri="{FF2B5EF4-FFF2-40B4-BE49-F238E27FC236}">
                <a16:creationId xmlns:a16="http://schemas.microsoft.com/office/drawing/2014/main" id="{8DEF53ED-33F9-45CD-A8C1-2C3FD5450FA2}"/>
              </a:ext>
            </a:extLst>
          </p:cNvPr>
          <p:cNvCxnSpPr/>
          <p:nvPr/>
        </p:nvCxnSpPr>
        <p:spPr bwMode="auto">
          <a:xfrm flipH="1">
            <a:off x="8392393" y="4317272"/>
            <a:ext cx="1584175" cy="119996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9201195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8995E6-6E0F-4508-A1DA-2A8E97E29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Nie używamy wykresów 3D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0E27165B-BF68-4C68-94DC-87B4CFA0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28" name="Symbol zastępczy tekstu 27">
            <a:extLst>
              <a:ext uri="{FF2B5EF4-FFF2-40B4-BE49-F238E27FC236}">
                <a16:creationId xmlns:a16="http://schemas.microsoft.com/office/drawing/2014/main" id="{2A61EF00-8C76-48EB-AA4E-176F4A8E25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czego nie stosować</a:t>
            </a:r>
          </a:p>
        </p:txBody>
      </p:sp>
      <p:graphicFrame>
        <p:nvGraphicFramePr>
          <p:cNvPr id="33" name="Symbol zastępczy zawartości 32">
            <a:extLst>
              <a:ext uri="{FF2B5EF4-FFF2-40B4-BE49-F238E27FC236}">
                <a16:creationId xmlns:a16="http://schemas.microsoft.com/office/drawing/2014/main" id="{F282D518-09E5-4A1D-B1AE-6092F68B487E}"/>
              </a:ext>
            </a:extLst>
          </p:cNvPr>
          <p:cNvGraphicFramePr>
            <a:graphicFrameLocks noGrp="1"/>
          </p:cNvGraphicFramePr>
          <p:nvPr>
            <p:ph sz="quarter" idx="14"/>
          </p:nvPr>
        </p:nvGraphicFramePr>
        <p:xfrm>
          <a:off x="479425" y="1268413"/>
          <a:ext cx="5400675" cy="5040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6" name="Symbol zastępczy zawartości 35">
            <a:extLst>
              <a:ext uri="{FF2B5EF4-FFF2-40B4-BE49-F238E27FC236}">
                <a16:creationId xmlns:a16="http://schemas.microsoft.com/office/drawing/2014/main" id="{55ED72CF-2404-44E2-9D76-9D4505CDA954}"/>
              </a:ext>
            </a:extLst>
          </p:cNvPr>
          <p:cNvGraphicFramePr>
            <a:graphicFrameLocks noGrp="1"/>
          </p:cNvGraphicFramePr>
          <p:nvPr>
            <p:ph sz="quarter" idx="15"/>
          </p:nvPr>
        </p:nvGraphicFramePr>
        <p:xfrm>
          <a:off x="6311900" y="1268413"/>
          <a:ext cx="5400675" cy="50403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37" name="Łącznik prosty 36">
            <a:extLst>
              <a:ext uri="{FF2B5EF4-FFF2-40B4-BE49-F238E27FC236}">
                <a16:creationId xmlns:a16="http://schemas.microsoft.com/office/drawing/2014/main" id="{F4D5FA8E-6698-4917-85E2-D1E806D226C8}"/>
              </a:ext>
            </a:extLst>
          </p:cNvPr>
          <p:cNvCxnSpPr>
            <a:cxnSpLocks/>
          </p:cNvCxnSpPr>
          <p:nvPr/>
        </p:nvCxnSpPr>
        <p:spPr bwMode="auto">
          <a:xfrm flipH="1">
            <a:off x="695325" y="1265465"/>
            <a:ext cx="4968875" cy="479561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41" name="Łącznik prosty 40">
            <a:extLst>
              <a:ext uri="{FF2B5EF4-FFF2-40B4-BE49-F238E27FC236}">
                <a16:creationId xmlns:a16="http://schemas.microsoft.com/office/drawing/2014/main" id="{BBD5F887-9C8D-4C58-B064-01F878D07178}"/>
              </a:ext>
            </a:extLst>
          </p:cNvPr>
          <p:cNvCxnSpPr>
            <a:cxnSpLocks/>
          </p:cNvCxnSpPr>
          <p:nvPr/>
        </p:nvCxnSpPr>
        <p:spPr bwMode="auto">
          <a:xfrm flipH="1">
            <a:off x="6527800" y="1271588"/>
            <a:ext cx="4968875" cy="4795610"/>
          </a:xfrm>
          <a:prstGeom prst="line">
            <a:avLst/>
          </a:prstGeom>
          <a:solidFill>
            <a:schemeClr val="accent1"/>
          </a:solidFill>
          <a:ln w="149225" cap="rnd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481066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8995E6-6E0F-4508-A1DA-2A8E97E29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Nie używamy ikon w takich sytuacjach</a:t>
            </a:r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0E27165B-BF68-4C68-94DC-87B4CFA0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pl-PL"/>
              <a:t>Czym jest system kontroli GIT i jak wykorzystać go w praktyce?</a:t>
            </a:r>
          </a:p>
        </p:txBody>
      </p:sp>
      <p:sp>
        <p:nvSpPr>
          <p:cNvPr id="28" name="Symbol zastępczy tekstu 27">
            <a:extLst>
              <a:ext uri="{FF2B5EF4-FFF2-40B4-BE49-F238E27FC236}">
                <a16:creationId xmlns:a16="http://schemas.microsoft.com/office/drawing/2014/main" id="{2A61EF00-8C76-48EB-AA4E-176F4A8E25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pl-PL" dirty="0"/>
              <a:t>Przykłady czego nie stosować</a:t>
            </a:r>
          </a:p>
        </p:txBody>
      </p:sp>
      <p:grpSp>
        <p:nvGrpSpPr>
          <p:cNvPr id="4" name="Grupa 3">
            <a:extLst>
              <a:ext uri="{FF2B5EF4-FFF2-40B4-BE49-F238E27FC236}">
                <a16:creationId xmlns:a16="http://schemas.microsoft.com/office/drawing/2014/main" id="{04C4FCB6-40E9-4DFE-B8D7-56E5E3F1B99D}"/>
              </a:ext>
            </a:extLst>
          </p:cNvPr>
          <p:cNvGrpSpPr/>
          <p:nvPr/>
        </p:nvGrpSpPr>
        <p:grpSpPr>
          <a:xfrm>
            <a:off x="2350729" y="1269222"/>
            <a:ext cx="7402872" cy="4768744"/>
            <a:chOff x="2083857" y="1268760"/>
            <a:chExt cx="7936615" cy="5112568"/>
          </a:xfrm>
        </p:grpSpPr>
        <p:pic>
          <p:nvPicPr>
            <p:cNvPr id="9" name="Obraz 8">
              <a:extLst>
                <a:ext uri="{FF2B5EF4-FFF2-40B4-BE49-F238E27FC236}">
                  <a16:creationId xmlns:a16="http://schemas.microsoft.com/office/drawing/2014/main" id="{1A61552E-7388-4BC5-9337-E6F9A1FFE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92432" y="3068960"/>
              <a:ext cx="1440000" cy="1440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pic>
        <p:sp>
          <p:nvSpPr>
            <p:cNvPr id="10" name="Elipsa 3">
              <a:extLst>
                <a:ext uri="{FF2B5EF4-FFF2-40B4-BE49-F238E27FC236}">
                  <a16:creationId xmlns:a16="http://schemas.microsoft.com/office/drawing/2014/main" id="{03DD0A68-6BC3-4791-ACF4-AC72B1D81C5B}"/>
                </a:ext>
              </a:extLst>
            </p:cNvPr>
            <p:cNvSpPr/>
            <p:nvPr/>
          </p:nvSpPr>
          <p:spPr bwMode="auto">
            <a:xfrm>
              <a:off x="4292432" y="3068960"/>
              <a:ext cx="1440000" cy="1440000"/>
            </a:xfrm>
            <a:prstGeom prst="ellipse">
              <a:avLst/>
            </a:prstGeom>
            <a:noFill/>
            <a:ln>
              <a:solidFill>
                <a:schemeClr val="accent1"/>
              </a:solidFill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285750" indent="-285750" algn="l">
                <a:lnSpc>
                  <a:spcPct val="10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endParaRPr lang="pl-PL" sz="1600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pic>
          <p:nvPicPr>
            <p:cNvPr id="11" name="Obraz 10">
              <a:extLst>
                <a:ext uri="{FF2B5EF4-FFF2-40B4-BE49-F238E27FC236}">
                  <a16:creationId xmlns:a16="http://schemas.microsoft.com/office/drawing/2014/main" id="{C6F0D218-9A4C-48DE-BA14-B95C5C0A1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72" y="1268760"/>
              <a:ext cx="1440000" cy="1440000"/>
            </a:xfrm>
            <a:prstGeom prst="rect">
              <a:avLst/>
            </a:prstGeom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pic>
        <p:pic>
          <p:nvPicPr>
            <p:cNvPr id="12" name="Obraz 11">
              <a:extLst>
                <a:ext uri="{FF2B5EF4-FFF2-40B4-BE49-F238E27FC236}">
                  <a16:creationId xmlns:a16="http://schemas.microsoft.com/office/drawing/2014/main" id="{8BD3D585-3B91-445B-BD4A-F462D5A260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4302" y="1268760"/>
              <a:ext cx="1440000" cy="1440000"/>
            </a:xfrm>
            <a:prstGeom prst="rect">
              <a:avLst/>
            </a:prstGeom>
            <a:ln>
              <a:headEnd type="none" w="med" len="med"/>
              <a:tailEnd type="none" w="med" len="med"/>
            </a:ln>
            <a:scene3d>
              <a:camera prst="orthographicFront"/>
              <a:lightRig rig="threePt" dir="t"/>
            </a:scene3d>
            <a:sp3d>
              <a:bevelT prst="angle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pic>
        <p:pic>
          <p:nvPicPr>
            <p:cNvPr id="13" name="Obraz 12">
              <a:extLst>
                <a:ext uri="{FF2B5EF4-FFF2-40B4-BE49-F238E27FC236}">
                  <a16:creationId xmlns:a16="http://schemas.microsoft.com/office/drawing/2014/main" id="{FD171AD0-C04E-4E5A-B003-4002E221A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80580" y="1268760"/>
              <a:ext cx="1440000" cy="1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pic>
        <p:pic>
          <p:nvPicPr>
            <p:cNvPr id="14" name="Obraz 13">
              <a:extLst>
                <a:ext uri="{FF2B5EF4-FFF2-40B4-BE49-F238E27FC236}">
                  <a16:creationId xmlns:a16="http://schemas.microsoft.com/office/drawing/2014/main" id="{AFF87E61-6758-4836-89C9-5F8F28FA15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08131" y="1268760"/>
              <a:ext cx="1440000" cy="1440000"/>
            </a:xfrm>
            <a:prstGeom prst="rect">
              <a:avLst/>
            </a:prstGeom>
            <a:ln>
              <a:headEnd type="none" w="med" len="med"/>
              <a:tailEnd type="none" w="med" len="med"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</p:pic>
        <p:cxnSp>
          <p:nvCxnSpPr>
            <p:cNvPr id="15" name="Łącznik prosty 14">
              <a:extLst>
                <a:ext uri="{FF2B5EF4-FFF2-40B4-BE49-F238E27FC236}">
                  <a16:creationId xmlns:a16="http://schemas.microsoft.com/office/drawing/2014/main" id="{A766DE60-2445-4F24-82BC-A9879739CFC9}"/>
                </a:ext>
              </a:extLst>
            </p:cNvPr>
            <p:cNvCxnSpPr/>
            <p:nvPr/>
          </p:nvCxnSpPr>
          <p:spPr bwMode="auto">
            <a:xfrm flipH="1">
              <a:off x="2099556" y="1268760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Łącznik prosty 15">
              <a:extLst>
                <a:ext uri="{FF2B5EF4-FFF2-40B4-BE49-F238E27FC236}">
                  <a16:creationId xmlns:a16="http://schemas.microsoft.com/office/drawing/2014/main" id="{7A6AD611-96C1-456C-984D-4774B5EABF3A}"/>
                </a:ext>
              </a:extLst>
            </p:cNvPr>
            <p:cNvCxnSpPr/>
            <p:nvPr/>
          </p:nvCxnSpPr>
          <p:spPr bwMode="auto">
            <a:xfrm flipH="1">
              <a:off x="4223792" y="1268760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Łącznik prosty 16">
              <a:extLst>
                <a:ext uri="{FF2B5EF4-FFF2-40B4-BE49-F238E27FC236}">
                  <a16:creationId xmlns:a16="http://schemas.microsoft.com/office/drawing/2014/main" id="{BA8F7B58-CB01-451D-A7D8-9397A644064A}"/>
                </a:ext>
              </a:extLst>
            </p:cNvPr>
            <p:cNvCxnSpPr/>
            <p:nvPr/>
          </p:nvCxnSpPr>
          <p:spPr bwMode="auto">
            <a:xfrm flipH="1">
              <a:off x="6384032" y="1268760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Łącznik prosty 17">
              <a:extLst>
                <a:ext uri="{FF2B5EF4-FFF2-40B4-BE49-F238E27FC236}">
                  <a16:creationId xmlns:a16="http://schemas.microsoft.com/office/drawing/2014/main" id="{C3522E98-C52D-4890-BD16-BB2322FF12F1}"/>
                </a:ext>
              </a:extLst>
            </p:cNvPr>
            <p:cNvCxnSpPr/>
            <p:nvPr/>
          </p:nvCxnSpPr>
          <p:spPr bwMode="auto">
            <a:xfrm flipH="1">
              <a:off x="8508436" y="1268760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pic>
          <p:nvPicPr>
            <p:cNvPr id="19" name="Obraz 18">
              <a:extLst>
                <a:ext uri="{FF2B5EF4-FFF2-40B4-BE49-F238E27FC236}">
                  <a16:creationId xmlns:a16="http://schemas.microsoft.com/office/drawing/2014/main" id="{83389B88-0CAA-41E2-B029-D77DB42C2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64773" y="3068960"/>
              <a:ext cx="1440000" cy="1440000"/>
            </a:xfrm>
            <a:prstGeom prst="rect">
              <a:avLst/>
            </a:prstGeom>
            <a:ln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pic>
        <p:pic>
          <p:nvPicPr>
            <p:cNvPr id="20" name="Obraz 19">
              <a:extLst>
                <a:ext uri="{FF2B5EF4-FFF2-40B4-BE49-F238E27FC236}">
                  <a16:creationId xmlns:a16="http://schemas.microsoft.com/office/drawing/2014/main" id="{6E6F7A37-FB84-4824-88F1-13527C5AC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28603" y="3068960"/>
              <a:ext cx="1440000" cy="1440000"/>
            </a:xfrm>
            <a:prstGeom prst="rect">
              <a:avLst/>
            </a:prstGeom>
            <a:ln/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</p:pic>
        <p:pic>
          <p:nvPicPr>
            <p:cNvPr id="21" name="Obraz 20">
              <a:extLst>
                <a:ext uri="{FF2B5EF4-FFF2-40B4-BE49-F238E27FC236}">
                  <a16:creationId xmlns:a16="http://schemas.microsoft.com/office/drawing/2014/main" id="{FE94BFB0-BEF4-48B4-B775-E93C24DD715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64881" y="3068960"/>
              <a:ext cx="1440000" cy="14400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pic>
        <p:cxnSp>
          <p:nvCxnSpPr>
            <p:cNvPr id="22" name="Łącznik prosty 21">
              <a:extLst>
                <a:ext uri="{FF2B5EF4-FFF2-40B4-BE49-F238E27FC236}">
                  <a16:creationId xmlns:a16="http://schemas.microsoft.com/office/drawing/2014/main" id="{2905E34E-DD9B-4D84-9435-02C5D0D4687D}"/>
                </a:ext>
              </a:extLst>
            </p:cNvPr>
            <p:cNvCxnSpPr/>
            <p:nvPr/>
          </p:nvCxnSpPr>
          <p:spPr bwMode="auto">
            <a:xfrm flipH="1">
              <a:off x="2083857" y="3068960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Łącznik prosty 22">
              <a:extLst>
                <a:ext uri="{FF2B5EF4-FFF2-40B4-BE49-F238E27FC236}">
                  <a16:creationId xmlns:a16="http://schemas.microsoft.com/office/drawing/2014/main" id="{C8030959-051B-48F8-95FD-60F5263D0A10}"/>
                </a:ext>
              </a:extLst>
            </p:cNvPr>
            <p:cNvCxnSpPr/>
            <p:nvPr/>
          </p:nvCxnSpPr>
          <p:spPr bwMode="auto">
            <a:xfrm flipH="1">
              <a:off x="4208093" y="3068960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Łącznik prosty 23">
              <a:extLst>
                <a:ext uri="{FF2B5EF4-FFF2-40B4-BE49-F238E27FC236}">
                  <a16:creationId xmlns:a16="http://schemas.microsoft.com/office/drawing/2014/main" id="{0EFA44C2-1D02-44DE-AF6F-2F79CB00B2A7}"/>
                </a:ext>
              </a:extLst>
            </p:cNvPr>
            <p:cNvCxnSpPr/>
            <p:nvPr/>
          </p:nvCxnSpPr>
          <p:spPr bwMode="auto">
            <a:xfrm flipH="1">
              <a:off x="6368333" y="3068960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Łącznik prosty 24">
              <a:extLst>
                <a:ext uri="{FF2B5EF4-FFF2-40B4-BE49-F238E27FC236}">
                  <a16:creationId xmlns:a16="http://schemas.microsoft.com/office/drawing/2014/main" id="{1703073C-4B2D-43E0-9E49-8F68DE3D1343}"/>
                </a:ext>
              </a:extLst>
            </p:cNvPr>
            <p:cNvCxnSpPr/>
            <p:nvPr/>
          </p:nvCxnSpPr>
          <p:spPr bwMode="auto">
            <a:xfrm flipH="1">
              <a:off x="8492737" y="3068960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pic>
          <p:nvPicPr>
            <p:cNvPr id="26" name="Obraz 25">
              <a:extLst>
                <a:ext uri="{FF2B5EF4-FFF2-40B4-BE49-F238E27FC236}">
                  <a16:creationId xmlns:a16="http://schemas.microsoft.com/office/drawing/2014/main" id="{F4C31DB7-7AFF-4BF9-9FC5-30214947BE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08095" y="4869328"/>
              <a:ext cx="1440000" cy="1440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pic>
        <p:sp>
          <p:nvSpPr>
            <p:cNvPr id="27" name="Elipsa 27">
              <a:extLst>
                <a:ext uri="{FF2B5EF4-FFF2-40B4-BE49-F238E27FC236}">
                  <a16:creationId xmlns:a16="http://schemas.microsoft.com/office/drawing/2014/main" id="{C1AEDB0F-280D-4F2E-9669-B59A9401E161}"/>
                </a:ext>
              </a:extLst>
            </p:cNvPr>
            <p:cNvSpPr/>
            <p:nvPr/>
          </p:nvSpPr>
          <p:spPr bwMode="auto">
            <a:xfrm>
              <a:off x="4308095" y="4869328"/>
              <a:ext cx="1440000" cy="1440000"/>
            </a:xfrm>
            <a:prstGeom prst="ellipse">
              <a:avLst/>
            </a:prstGeom>
            <a:noFill/>
            <a:ln>
              <a:solidFill>
                <a:srgbClr val="000000"/>
              </a:solidFill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285750" indent="-285750" algn="l">
                <a:lnSpc>
                  <a:spcPct val="100000"/>
                </a:lnSpc>
                <a:spcBef>
                  <a:spcPct val="0"/>
                </a:spcBef>
                <a:buClr>
                  <a:schemeClr val="accent1"/>
                </a:buClr>
                <a:buFont typeface="Arial" panose="020B0604020202020204" pitchFamily="34" charset="0"/>
                <a:buChar char="•"/>
              </a:pPr>
              <a:endParaRPr lang="pl-PL" sz="1600" dirty="0">
                <a:solidFill>
                  <a:schemeClr val="accent2"/>
                </a:solidFill>
                <a:latin typeface="Arial" pitchFamily="34" charset="0"/>
              </a:endParaRPr>
            </a:p>
          </p:txBody>
        </p:sp>
        <p:pic>
          <p:nvPicPr>
            <p:cNvPr id="29" name="Obraz 28">
              <a:extLst>
                <a:ext uri="{FF2B5EF4-FFF2-40B4-BE49-F238E27FC236}">
                  <a16:creationId xmlns:a16="http://schemas.microsoft.com/office/drawing/2014/main" id="{B0C2C0B3-DEF5-4BA0-BCA3-D688B9A70E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0436" y="4869328"/>
              <a:ext cx="1440000" cy="14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</p:pic>
        <p:pic>
          <p:nvPicPr>
            <p:cNvPr id="30" name="Obraz 29">
              <a:extLst>
                <a:ext uri="{FF2B5EF4-FFF2-40B4-BE49-F238E27FC236}">
                  <a16:creationId xmlns:a16="http://schemas.microsoft.com/office/drawing/2014/main" id="{DF53DF94-0ACF-480B-86E1-D9A3A764D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100000" contras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4266" y="4869328"/>
              <a:ext cx="1440000" cy="1440000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</p:pic>
        <p:pic>
          <p:nvPicPr>
            <p:cNvPr id="31" name="Obraz 30">
              <a:extLst>
                <a:ext uri="{FF2B5EF4-FFF2-40B4-BE49-F238E27FC236}">
                  <a16:creationId xmlns:a16="http://schemas.microsoft.com/office/drawing/2014/main" id="{53D904E4-AB11-4676-950E-B089E90CE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bright="-100000" contras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80544" y="4869328"/>
              <a:ext cx="1440000" cy="1440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pic>
        <p:cxnSp>
          <p:nvCxnSpPr>
            <p:cNvPr id="32" name="Łącznik prosty 31">
              <a:extLst>
                <a:ext uri="{FF2B5EF4-FFF2-40B4-BE49-F238E27FC236}">
                  <a16:creationId xmlns:a16="http://schemas.microsoft.com/office/drawing/2014/main" id="{785BD3ED-A320-43FE-9E68-80D41D723DF1}"/>
                </a:ext>
              </a:extLst>
            </p:cNvPr>
            <p:cNvCxnSpPr/>
            <p:nvPr/>
          </p:nvCxnSpPr>
          <p:spPr bwMode="auto">
            <a:xfrm flipH="1">
              <a:off x="2099520" y="4869328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Łącznik prosty 33">
              <a:extLst>
                <a:ext uri="{FF2B5EF4-FFF2-40B4-BE49-F238E27FC236}">
                  <a16:creationId xmlns:a16="http://schemas.microsoft.com/office/drawing/2014/main" id="{D983E780-D504-4195-BB49-9E044779B5B1}"/>
                </a:ext>
              </a:extLst>
            </p:cNvPr>
            <p:cNvCxnSpPr/>
            <p:nvPr/>
          </p:nvCxnSpPr>
          <p:spPr bwMode="auto">
            <a:xfrm flipH="1">
              <a:off x="4223756" y="4869328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5" name="Łącznik prosty 34">
              <a:extLst>
                <a:ext uri="{FF2B5EF4-FFF2-40B4-BE49-F238E27FC236}">
                  <a16:creationId xmlns:a16="http://schemas.microsoft.com/office/drawing/2014/main" id="{A51F85E8-BD5E-4292-B680-0912477F2F76}"/>
                </a:ext>
              </a:extLst>
            </p:cNvPr>
            <p:cNvCxnSpPr/>
            <p:nvPr/>
          </p:nvCxnSpPr>
          <p:spPr bwMode="auto">
            <a:xfrm flipH="1">
              <a:off x="6383996" y="4869328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8" name="Łącznik prosty 37">
              <a:extLst>
                <a:ext uri="{FF2B5EF4-FFF2-40B4-BE49-F238E27FC236}">
                  <a16:creationId xmlns:a16="http://schemas.microsoft.com/office/drawing/2014/main" id="{21C74B90-1E66-4889-B5BD-1F04205756AE}"/>
                </a:ext>
              </a:extLst>
            </p:cNvPr>
            <p:cNvCxnSpPr/>
            <p:nvPr/>
          </p:nvCxnSpPr>
          <p:spPr bwMode="auto">
            <a:xfrm flipH="1">
              <a:off x="8508400" y="4869328"/>
              <a:ext cx="1512000" cy="1512000"/>
            </a:xfrm>
            <a:prstGeom prst="line">
              <a:avLst/>
            </a:prstGeom>
            <a:solidFill>
              <a:schemeClr val="accent1"/>
            </a:solidFill>
            <a:ln w="149225" cap="rnd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637911041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EH 2022">
      <a:dk1>
        <a:srgbClr val="575756"/>
      </a:dk1>
      <a:lt1>
        <a:srgbClr val="FFFFFF"/>
      </a:lt1>
      <a:dk2>
        <a:srgbClr val="575756"/>
      </a:dk2>
      <a:lt2>
        <a:srgbClr val="FFFFFF"/>
      </a:lt2>
      <a:accent1>
        <a:srgbClr val="BF1528"/>
      </a:accent1>
      <a:accent2>
        <a:srgbClr val="892737"/>
      </a:accent2>
      <a:accent3>
        <a:srgbClr val="575756"/>
      </a:accent3>
      <a:accent4>
        <a:srgbClr val="9A9B9D"/>
      </a:accent4>
      <a:accent5>
        <a:srgbClr val="BBBBBB"/>
      </a:accent5>
      <a:accent6>
        <a:srgbClr val="DDDDDD"/>
      </a:accent6>
      <a:hlink>
        <a:srgbClr val="BF1528"/>
      </a:hlink>
      <a:folHlink>
        <a:srgbClr val="F3939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iHestia Light Grey">
      <a:srgbClr val="B1B1B1"/>
    </a:custClr>
    <a:custClr name="iHestia Blue">
      <a:srgbClr val="35A7E0"/>
    </a:custClr>
    <a:custClr name="iHestia Red">
      <a:srgbClr val="E84E1B"/>
    </a:custClr>
    <a:custClr name="iHestia Yellow">
      <a:srgbClr val="F29100"/>
    </a:custClr>
    <a:custClr name="iHestia Mint">
      <a:srgbClr val="7DC4A8"/>
    </a:custClr>
    <a:custClr name="iHestia Purple">
      <a:srgbClr val="7C4593"/>
    </a:custClr>
    <a:custClr name="iHestia Orange">
      <a:srgbClr val="E84E1B"/>
    </a:custClr>
    <a:custClr name="iHestia Green">
      <a:srgbClr val="39A935"/>
    </a:custClr>
    <a:custClr name="iHestia Maroon">
      <a:srgbClr val="A2195B"/>
    </a:custClr>
    <a:custClr name="iHestia Dark Blue">
      <a:srgbClr val="353D90"/>
    </a:custClr>
    <a:custClr name="ERGO Red">
      <a:srgbClr val="ED0039"/>
    </a:custClr>
    <a:custClr name="ERGO Dark Red">
      <a:srgbClr val="892737"/>
    </a:custClr>
    <a:custClr name="ERGO Grey">
      <a:srgbClr val="6A625A"/>
    </a:custClr>
    <a:custClr name="Text Ergo Grey">
      <a:srgbClr val="6A625A"/>
    </a:custClr>
    <a:custClr name="Text Grey">
      <a:srgbClr val="58595B"/>
    </a:custClr>
    <a:custClr name="Text Graphite">
      <a:srgbClr val="231F20"/>
    </a:custClr>
    <a:custClr name="Eyecatcher">
      <a:srgbClr val="004D7A"/>
    </a:custClr>
  </a:custClrLst>
  <a:extLst>
    <a:ext uri="{05A4C25C-085E-4340-85A3-A5531E510DB2}">
      <thm15:themeFamily xmlns:thm15="http://schemas.microsoft.com/office/thememl/2012/main" name="EH_bez_NSO_szablon_16x9_v4" id="{2649AF79-687B-4C06-B8F1-BFB5B17685A2}" vid="{B6BD1B7C-2B41-427F-902D-CC6B182335D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EH_bez_NSO_szablon_16x9_v4</Template>
  <TotalTime>523</TotalTime>
  <Words>3892</Words>
  <Application>Microsoft Office PowerPoint</Application>
  <PresentationFormat>Panoramiczny</PresentationFormat>
  <Paragraphs>562</Paragraphs>
  <Slides>40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40</vt:i4>
      </vt:variant>
    </vt:vector>
  </HeadingPairs>
  <TitlesOfParts>
    <vt:vector size="47" baseType="lpstr">
      <vt:lpstr>Arial</vt:lpstr>
      <vt:lpstr>Arial Unicode MS</vt:lpstr>
      <vt:lpstr>Calibri</vt:lpstr>
      <vt:lpstr>Courier New</vt:lpstr>
      <vt:lpstr>Segoe UI</vt:lpstr>
      <vt:lpstr>Symbol</vt:lpstr>
      <vt:lpstr>Motyw pakietu Office</vt:lpstr>
      <vt:lpstr>#PodzielSięWiedzą Czym jest system kontroli GIT  i jak wykorzystać go w praktyce? </vt:lpstr>
      <vt:lpstr>Prezentacja programu PowerPoint</vt:lpstr>
      <vt:lpstr>Agenda</vt:lpstr>
      <vt:lpstr>Trochę teorii…</vt:lpstr>
      <vt:lpstr>Trochę teorii…</vt:lpstr>
      <vt:lpstr>Prezentacja programu PowerPoint</vt:lpstr>
      <vt:lpstr>Tworzenie a klonowanie repozytorium</vt:lpstr>
      <vt:lpstr>Tworzenie a klonowanie repozytorium</vt:lpstr>
      <vt:lpstr>Tworzenie a klonowanie repozytorium</vt:lpstr>
      <vt:lpstr>Tworzenie a klonowanie repozytorium</vt:lpstr>
      <vt:lpstr>Prezentacja programu PowerPoint</vt:lpstr>
      <vt:lpstr>Prezentacja programu PowerPoint</vt:lpstr>
      <vt:lpstr>Prezentacja programu PowerPoint</vt:lpstr>
      <vt:lpstr>Tytuł slajdu  w max 2 liniach </vt:lpstr>
      <vt:lpstr>Tytuł slajdu  w max 2 liniach </vt:lpstr>
      <vt:lpstr>Agenda</vt:lpstr>
      <vt:lpstr>Tytuł slajdu  w max 2 liniach </vt:lpstr>
      <vt:lpstr>Tytuł slajdu  w max 2 liniach </vt:lpstr>
      <vt:lpstr>Tytuł slajdu  w max 2 liniach </vt:lpstr>
      <vt:lpstr>Tytuł slajdu  w max 2 liniach </vt:lpstr>
      <vt:lpstr>Agenda</vt:lpstr>
      <vt:lpstr>Tytuł slajdu  w max 2 liniach </vt:lpstr>
      <vt:lpstr>Tytuł slajdu  w max 2 liniach </vt:lpstr>
      <vt:lpstr>Tytuł slajdu  w max 2 liniach </vt:lpstr>
      <vt:lpstr>Tytuł slajdu  w max 2 liniach </vt:lpstr>
      <vt:lpstr>Agenda</vt:lpstr>
      <vt:lpstr>Tytuł slajdu  w max 2 liniach </vt:lpstr>
      <vt:lpstr>Tytuł slajdu  w max 2 liniach </vt:lpstr>
      <vt:lpstr>Tytuł slajdu  w max 2 liniach </vt:lpstr>
      <vt:lpstr>Tytuł slajdu  w max 2 liniach </vt:lpstr>
      <vt:lpstr>Tytuł slajdu  w max 2 liniach </vt:lpstr>
      <vt:lpstr>Agenda</vt:lpstr>
      <vt:lpstr>Tytuł slajdu  w max 2 liniach </vt:lpstr>
      <vt:lpstr>Tytuł slajdu  w max 2 liniach </vt:lpstr>
      <vt:lpstr>Tytuł slajdu  w max 2 liniach </vt:lpstr>
      <vt:lpstr>Tytuł slajdu  w max 2 liniach </vt:lpstr>
      <vt:lpstr>Agenda</vt:lpstr>
      <vt:lpstr>Nie używamy kształtów 3D ani gradientów</vt:lpstr>
      <vt:lpstr>Nie używamy wykresów 3D</vt:lpstr>
      <vt:lpstr>Nie używamy ikon w takich sytuacjach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Tytuł prezentacji może  być nawet w max 3 liniach</dc:title>
  <dc:creator>Budna Katarzyna</dc:creator>
  <cp:lastModifiedBy>Kantorska Krystyna</cp:lastModifiedBy>
  <cp:revision>3</cp:revision>
  <dcterms:created xsi:type="dcterms:W3CDTF">2022-01-14T16:37:26Z</dcterms:created>
  <dcterms:modified xsi:type="dcterms:W3CDTF">2025-04-16T12:32:27Z</dcterms:modified>
</cp:coreProperties>
</file>